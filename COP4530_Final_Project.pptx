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7" r:id="rId8"/>
    <p:sldId id="268" r:id="rId9"/>
    <p:sldId id="270" r:id="rId10"/>
    <p:sldId id="271" r:id="rId11"/>
    <p:sldId id="272" r:id="rId12"/>
    <p:sldId id="276" r:id="rId13"/>
    <p:sldId id="273" r:id="rId14"/>
    <p:sldId id="274" r:id="rId15"/>
    <p:sldId id="277" r:id="rId16"/>
    <p:sldId id="278" r:id="rId17"/>
    <p:sldId id="279" r:id="rId18"/>
    <p:sldId id="281" r:id="rId19"/>
    <p:sldId id="261" r:id="rId20"/>
    <p:sldId id="260" r:id="rId21"/>
    <p:sldId id="2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CAC6"/>
    <a:srgbClr val="FFFE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FBE932-F031-B72F-3BF1-037AFCE403BF}" v="498" dt="2025-11-24T03:51:14.513"/>
    <p1510:client id="{4B7CD868-B7C0-72A8-F061-02FBF943B777}" v="446" dt="2025-11-24T00:55:10.382"/>
    <p1510:client id="{506BF3AC-6E98-5915-40E6-64721F234575}" v="371" dt="2025-11-24T00:12:46.397"/>
    <p1510:client id="{7E6FFC7F-C8DE-213E-922C-6334CA712B99}" v="3043" dt="2025-11-24T04:31:55.440"/>
    <p1510:client id="{D7E7FDC2-0801-AA89-E360-B7FEF346989E}" v="3064" dt="2025-11-24T04:18:46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4:11:46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36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2:4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2:4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6:54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6:54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1:24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2:40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2:40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6:45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6:45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3:1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6:39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6:39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6:24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6:24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4:06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5:18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6:19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6:19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17:36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6:04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6:04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2:58:50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2:58:50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5:32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5:5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5:52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7:56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25:40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25:40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5:39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5:39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2:57:56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2:57:56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4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5:32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5:3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5:11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5:11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6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6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6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6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2:57:3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2:57:35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6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6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6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6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6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6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6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6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7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07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2:57:28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2:57:28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1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4:59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4:59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2:57:18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2:57:18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2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7:24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7:24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7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7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16053 14578 16383 0 0,'3'-1'0'0'0,"4"-2"0"0"0,8-3 0 0 0,5-2 0 0 0,9-4 0 0 0,8-2 0 0 0,3-3 0 0 0,3 0 0 0 0,3-2 0 0 0,-1 1 0 0 0,-1 0 0 0 0,-5 3 0 0 0,-6 1 0 0 0,-5 3 0 0 0,-2 0 0 0 0,-3 2 0 0 0,-2 0 0 0 0,-1 2 0 0 0,-4 0 0 0 0,0 1 0 0 0,-1 0 0 0 0,0-1 0 0 0,2 1 0 0 0,1-2 0 0 0,1 1 0 0 0,0-1 0 0 0,5-1 0 0 0,0-1 0 0 0,5-2 0 0 0,-3 1 0 0 0,-1 1 0 0 0,-3 1 0 0 0,-8 4 0 0 0,-9 3 0 0 0,-9 3 0 0 0,-7 4 0 0 0,-5 1 0 0 0,-5 3 0 0 0,-1 0 0 0 0,-2 0 0 0 0,-1 2 0 0 0,4-3 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16019 14666 16383 0 0,'4'1'0'0'0,"3"0"0"0"0,6 3 0 0 0,4 0 0 0 0,5 1 0 0 0,0 1 0 0 0,3 0 0 0 0,3 1 0 0 0,-3-1 0 0 0,-1 0 0 0 0,0 0 0 0 0,3 1 0 0 0,1 0 0 0 0,-2-1 0 0 0,-1 1 0 0 0,-3-2 0 0 0,0 1 0 0 0,-1-1 0 0 0,-1 0 0 0 0,-1 0 0 0 0,1-1 0 0 0,-1 1 0 0 0,0 0 0 0 0,1 0 0 0 0,-1 0 0 0 0,1 0 0 0 0,1 0 0 0 0,-1 0 0 0 0,1 0 0 0 0,1 1 0 0 0,0-1 0 0 0,0 1 0 0 0,1-1 0 0 0,0 1 0 0 0,1 0 0 0 0,0 0 0 0 0,0 0 0 0 0,-1 0 0 0 0,-3-1 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16414 4298 16383 0 0,'1'2'0'0'0,"3"4"0"0"0,6 7 0 0 0,4 7 0 0 0,6 9 0 0 0,7 9 0 0 0,6 9 0 0 0,2 3 0 0 0,0 1 0 0 0,-1-3 0 0 0,-5-6 0 0 0,-3-5 0 0 0,-5-7 0 0 0,-4-6 0 0 0,-3-4 0 0 0,-3-4 0 0 0,-1-2 0 0 0,1 1 0 0 0,-1 0 0 0 0,1 0 0 0 0,-2-1 0 0 0,1 0 0 0 0,-3-5 0 0 0,-5-5 0 0 0,-2-5 0 0 0,-4-4 0 0 0,-1-3 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16523 4225 16383 0 0,'4'1'0'0'0,"5"2"0"0"0,5 2 0 0 0,8 3 0 0 0,4 1 0 0 0,5 1 0 0 0,5 3 0 0 0,4 1 0 0 0,2 0 0 0 0,-1 0 0 0 0,-2 0 0 0 0,-6-3 0 0 0,-4-1 0 0 0,-5-2 0 0 0,-2 0 0 0 0,-4-2 0 0 0,-2-1 0 0 0,-3 0 0 0 0,1 0 0 0 0,1 0 0 0 0,-1 0 0 0 0,2 0 0 0 0,1 1 0 0 0,-1 0 0 0 0,-4-2 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36070 5400 16383 0 0,'-1'4'0'0'0,"-1"7"0"0"0,-2 11 0 0 0,-2 11 0 0 0,-1 11 0 0 0,-3 9 0 0 0,0 2 0 0 0,1-1 0 0 0,-1 1 0 0 0,1-2 0 0 0,1-6 0 0 0,1-7 0 0 0,1-7 0 0 0,1-6 0 0 0,1-4 0 0 0,0-2 0 0 0,1-2 0 0 0,0 0 0 0 0,-1 0 0 0 0,1 0 0 0 0,-1 1 0 0 0,1 0 0 0 0,-1 0 0 0 0,1 0 0 0 0,-1 0 0 0 0,1 0 0 0 0,0-3 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35874 5396 16383 0 0,'-3'1'0'0'0,"-5"1"0"0"0,-4 3 0 0 0,-4 1 0 0 0,-3 0 0 0 0,-1 2 0 0 0,-2 0 0 0 0,-3 1 0 0 0,-3 1 0 0 0,1 0 0 0 0,2-1 0 0 0,-3 1 0 0 0,0 1 0 0 0,1-2 0 0 0,-2 2 0 0 0,-3 1 0 0 0,-3 0 0 0 0,0 1 0 0 0,0 0 0 0 0,-5 1 0 0 0,0 1 0 0 0,0 0 0 0 0,-1-1 0 0 0,1 1 0 0 0,1-1 0 0 0,6-2 0 0 0,4-1 0 0 0,4-2 0 0 0,4-1 0 0 0,4-3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7:3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17782 3521 16383 0 0,'7'-3'0'0'0,"6"-2"0"0"0,7-3 0 0 0,7-3 0 0 0,6-3 0 0 0,1 1 0 0 0,4-3 0 0 0,2 0 0 0 0,3-1 0 0 0,0-1 0 0 0,-3 2 0 0 0,-6 2 0 0 0,-5 3 0 0 0,-5 1 0 0 0,-3 2 0 0 0,-3 0 0 0 0,0 1 0 0 0,-1 0 0 0 0,0 1 0 0 0,-3 0 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37:3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17799 3629 16383 0 0,'4'0'0'0'0,"4"2"0"0"0,5 1 0 0 0,3 1 0 0 0,4 1 0 0 0,-1-1 0 0 0,0 0 0 0 0,-1 1 0 0 0,1-1 0 0 0,1 0 0 0 0,1 1 0 0 0,1 0 0 0 0,0 0 0 0 0,0 0 0 0 0,-1 1 0 0 0,-2-2 0 0 0,0 0 0 0 0,0 1 0 0 0,1-1 0 0 0,-1 0 0 0 0,-1 1 0 0 0,1-1 0 0 0,1 1 0 0 0,-2-1 0 0 0,-1 0 0 0 0,1 0 0 0 0,-3-1 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7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15061 13704 16383 0 0,'-1'-1'0'0'0,"0"-4"0"0"0,-2-7 0 0 0,-1-3 0 0 0,-1-3 0 0 0,-1-4 0 0 0,-1-3 0 0 0,0-2 0 0 0,1 3 0 0 0,-1 1 0 0 0,1-1 0 0 0,-1-1 0 0 0,1 4 0 0 0,1 1 0 0 0,1 4 0 0 0,0 3 0 0 0,1 0 0 0 0,-1-2 0 0 0,0 0 0 0 0,1 3 0 0 0,-1-1 0 0 0,0-2 0 0 0,0 0 0 0 0,0 0 0 0 0,1 2 0 0 0,-1-2 0 0 0,-1-2 0 0 0,0-3 0 0 0,-1-1 0 0 0,1 1 0 0 0,-1 0 0 0 0,1-1 0 0 0,0 2 0 0 0,0 1 0 0 0,0-1 0 0 0,-1-2 0 0 0,1 4 0 0 0,2 2 0 0 0,-1 1 0 0 0,0 0 0 0 0,1 1 0 0 0,-2-3 0 0 0,1 2 0 0 0,0-3 0 0 0,-1 0 0 0 0,1 1 0 0 0,0-1 0 0 0,0 2 0 0 0,-1-1 0 0 0,0-2 0 0 0,1 2 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7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15096 13627 16383 0 0,'1'-4'0'0'0,"1"-2"0"0"0,0-2 0 0 0,0 1 0 0 0,1-4 0 0 0,1-3 0 0 0,0-1 0 0 0,0 0 0 0 0,1-3 0 0 0,0-3 0 0 0,3-8 0 0 0,0-4 0 0 0,1 2 0 0 0,-1 1 0 0 0,0 0 0 0 0,0 1 0 0 0,0 0 0 0 0,-2 4 0 0 0,0 2 0 0 0,0 0 0 0 0,0 3 0 0 0,-1 0 0 0 0,1 1 0 0 0,-2 0 0 0 0,1 2 0 0 0,-1 3 0 0 0,-1 0 0 0 0,2-2 0 0 0,-1 1 0 0 0,-1 2 0 0 0,1-1 0 0 0,-1 1 0 0 0,1 2 0 0 0,-1-2 0 0 0,0 1 0 0 0,0 2 0 0 0,0-3 0 0 0,0 1 0 0 0,1-2 0 0 0,0-2 0 0 0,0 1 0 0 0,0 2 0 0 0,0-1 0 0 0,-1 2 0 0 0,0 0 0 0 0,0 0 0 0 0,1 0 0 0 0,0-3 0 0 0,-1 0 0 0 0,1 3 0 0 0,-1 1 0 0 0,0-1 0 0 0,1-2 0 0 0,0 0 0 0 0,-1 3 0 0 0,0-3 0 0 0,0 2 0 0 0,1-2 0 0 0,0 1 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15666 13810 16383 0 0,'4'-1'0'0'0,"4"-1"0"0"0,5-1 0 0 0,4 0 0 0 0,3-1 0 0 0,5-2 0 0 0,5 0 0 0 0,1-1 0 0 0,0 1 0 0 0,2-1 0 0 0,2-1 0 0 0,-2 1 0 0 0,-2 1 0 0 0,-3 0 0 0 0,-3 0 0 0 0,-1 1 0 0 0,2 0 0 0 0,-2 0 0 0 0,-2 0 0 0 0,-2 1 0 0 0,0-1 0 0 0,1 1 0 0 0,-1 0 0 0 0,0-1 0 0 0,1 1 0 0 0,0 0 0 0 0,0-1 0 0 0,0 1 0 0 0,-1-1 0 0 0,1 1 0 0 0,-1 0 0 0 0,0-1 0 0 0,0 1 0 0 0,-3 1 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15703 13614 16383 0 0,'2'-3'0'0'0,"2"-5"0"0"0,2-3 0 0 0,3-5 0 0 0,3-5 0 0 0,1-3 0 0 0,1-1 0 0 0,1-2 0 0 0,1-3 0 0 0,-1 3 0 0 0,0 0 0 0 0,-2 3 0 0 0,0 0 0 0 0,1 0 0 0 0,-2 3 0 0 0,0-1 0 0 0,-1 1 0 0 0,0 2 0 0 0,-2 2 0 0 0,1 1 0 0 0,-2 0 0 0 0,1 1 0 0 0,0-2 0 0 0,1-1 0 0 0,0-1 0 0 0,1 0 0 0 0,0-1 0 0 0,0 1 0 0 0,-2 2 0 0 0,-1 2 0 0 0,0 1 0 0 0,0 0 0 0 0,-2 4 0 0 0,-4 5 0 0 0,-2 6 0 0 0,-4 6 0 0 0,-2 3 0 0 0,-1 3 0 0 0,0 0 0 0 0,-1 1 0 0 0,0 0 0 0 0,1-1 0 0 0,1-2 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23617 8355 16383 0 0,'0'0'0'0'0,"5"1"0"0"0,5 0 0 0 0,4 1 0 0 0,4 1 0 0 0,3 0 0 0 0,2 0 0 0 0,1 0 0 0 0,0 0 0 0 0,-1 1 0 0 0,0-1 0 0 0,-1 0 0 0 0,0 0 0 0 0,0 0 0 0 0,-4 0 0 0 0,0-1 0 0 0,-1 1 0 0 0,2-1 0 0 0,1 1 0 0 0,0 0 0 0 0,2 0 0 0 0,-1 0 0 0 0,0 0 0 0 0,1 0 0 0 0,-1 0 0 0 0,0 0 0 0 0,-1 0 0 0 0,1 0 0 0 0,0 0 0 0 0,-1-1 0 0 0,1 1 0 0 0,-1 0 0 0 0,-2 0 0 0 0,-2-1 0 0 0,-2 0 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23560 8195 16383 0 0,'5'-3'0'0'0,"7"-3"0"0"0,3-3 0 0 0,7-3 0 0 0,4-3 0 0 0,3 0 0 0 0,1-2 0 0 0,0 0 0 0 0,2-1 0 0 0,-2 2 0 0 0,-3 1 0 0 0,1-1 0 0 0,-1 1 0 0 0,-1 1 0 0 0,-3 1 0 0 0,-3 2 0 0 0,-1 1 0 0 0,-1-1 0 0 0,0 1 0 0 0,0 1 0 0 0,1-2 0 0 0,-2 2 0 0 0,0-1 0 0 0,-1 1 0 0 0,2-1 0 0 0,0 0 0 0 0,0 0 0 0 0,1 0 0 0 0,-1 0 0 0 0,-2 1 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23409 9832 16383 0 0,'3'1'0'0'0,"4"2"0"0"0,4 1 0 0 0,7 3 0 0 0,5 3 0 0 0,7 2 0 0 0,6 2 0 0 0,-1 1 0 0 0,2-1 0 0 0,-2 1 0 0 0,-3-3 0 0 0,-4 0 0 0 0,-2-2 0 0 0,-2 0 0 0 0,-1-1 0 0 0,-1 0 0 0 0,-1 0 0 0 0,0-1 0 0 0,1 1 0 0 0,-1 0 0 0 0,1 0 0 0 0,0-1 0 0 0,0 1 0 0 0,1 0 0 0 0,-1 0 0 0 0,-1 0 0 0 0,-2-1 0 0 0,-5-3 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23326 9791 16383 0 0,'1'4'0'0'0,"0"4"0"0"0,2 8 0 0 0,1 8 0 0 0,1 3 0 0 0,0 5 0 0 0,2 3 0 0 0,-1-1 0 0 0,0 1 0 0 0,0 1 0 0 0,1 3 0 0 0,-1-3 0 0 0,0-4 0 0 0,-1-3 0 0 0,0-3 0 0 0,-1-3 0 0 0,0-1 0 0 0,-1-1 0 0 0,1-1 0 0 0,0 2 0 0 0,0-1 0 0 0,-1 0 0 0 0,1 1 0 0 0,0 0 0 0 0,0-1 0 0 0,-1 0 0 0 0,0-4 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30595 10848 16383 0 0,'-3'1'0'0'0,"-2"2"0"0"0,-5 1 0 0 0,-3 3 0 0 0,-3 1 0 0 0,1-1 0 0 0,-1 1 0 0 0,-2 0 0 0 0,-3 3 0 0 0,-2 0 0 0 0,-1 1 0 0 0,1-1 0 0 0,2-1 0 0 0,2 0 0 0 0,-1-1 0 0 0,2 0 0 0 0,1-1 0 0 0,1 0 0 0 0,-2 1 0 0 0,0 0 0 0 0,-2 0 0 0 0,1 1 0 0 0,-2 0 0 0 0,0 0 0 0 0,0 1 0 0 0,-2 0 0 0 0,1-1 0 0 0,1 1 0 0 0,0-1 0 0 0,1 0 0 0 0,-1 0 0 0 0,0 0 0 0 0,2 0 0 0 0,3-3 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4T03:08:16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30777 10826 16383 0 0,'0'4'0'0'0,"-1"0"0"0"0,1 3 0 0 0,-1 5 0 0 0,0 2 0 0 0,0 4 0 0 0,-1 5 0 0 0,0 3 0 0 0,0 7 0 0 0,0 1 0 0 0,-1 0 0 0 0,1 0 0 0 0,0-3 0 0 0,0-1 0 0 0,0-4 0 0 0,0-2 0 0 0,0-1 0 0 0,1-2 0 0 0,0 0 0 0 0,-1 0 0 0 0,1-1 0 0 0,-1 1 0 0 0,1-1 0 0 0,-1 1 0 0 0,1-1 0 0 0,-1 1 0 0 0,1 0 0 0 0,0 0 0 0 0,-1-4 0 0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0CF7-838D-41F7-9297-B5F83BDCEB13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03041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69DA-BCAC-469D-B81F-5CD529FD1EE6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9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B3F2-5297-4D62-BDB7-590764A696AF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8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FAC0-A4F5-4A85-98AE-9E6BDD843B92}" type="datetimeFigureOut">
              <a:rPr lang="en-US" dirty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3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58DF-B20E-4829-8712-7D40EB90064E}" type="datetimeFigureOut">
              <a:rPr lang="en-US" dirty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83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52F2A-FD05-43F8-9927-AF9F6AA75EA1}" type="datetimeFigureOut">
              <a:rPr lang="en-US" dirty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03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2728-8AF2-421E-A3EE-3D32DADA7E63}" type="datetimeFigureOut">
              <a:rPr lang="en-US" dirty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4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64D57-1513-4084-818F-075C9D0922CD}" type="datetimeFigureOut">
              <a:rPr lang="en-US" dirty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0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DC6D-53F2-404B-944C-46E1F58C3149}" type="datetimeFigureOut">
              <a:rPr lang="en-US" dirty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64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330A-4522-49F4-ACCE-A07321703478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36394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5DDF-A796-4D56-9973-341789785817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4792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3716B609-2A26-46AA-B595-3671F5470576}" type="datetimeFigureOut">
              <a:rPr lang="en-US" dirty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8DFDE724-0293-4953-AE9D-4D814FA589B0}" type="slidenum">
              <a:rPr lang="en-US" dirty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50288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 userDrawn="1">
          <p15:clr>
            <a:srgbClr val="F26B43"/>
          </p15:clr>
        </p15:guide>
        <p15:guide id="2" pos="504" userDrawn="1">
          <p15:clr>
            <a:srgbClr val="F26B43"/>
          </p15:clr>
        </p15:guide>
        <p15:guide id="3" pos="7176" userDrawn="1">
          <p15:clr>
            <a:srgbClr val="F26B43"/>
          </p15:clr>
        </p15:guide>
        <p15:guide id="5" orient="horz" pos="1272" userDrawn="1">
          <p15:clr>
            <a:srgbClr val="F26B43"/>
          </p15:clr>
        </p15:guide>
        <p15:guide id="6" orient="horz" pos="1728" userDrawn="1">
          <p15:clr>
            <a:srgbClr val="F26B43"/>
          </p15:clr>
        </p15:guide>
        <p15:guide id="7" orient="horz" pos="3864" userDrawn="1">
          <p15:clr>
            <a:srgbClr val="F26B43"/>
          </p15:clr>
        </p15:guide>
        <p15:guide id="8" orient="horz" pos="3432" userDrawn="1">
          <p15:clr>
            <a:srgbClr val="F26B43"/>
          </p15:clr>
        </p15:guide>
        <p15:guide id="9" pos="10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21" Type="http://schemas.openxmlformats.org/officeDocument/2006/relationships/customXml" Target="../ink/ink10.xml"/><Relationship Id="rId34" Type="http://schemas.openxmlformats.org/officeDocument/2006/relationships/image" Target="../media/image19.png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1.png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37" Type="http://schemas.openxmlformats.org/officeDocument/2006/relationships/customXml" Target="../ink/ink18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30" Type="http://schemas.openxmlformats.org/officeDocument/2006/relationships/image" Target="../media/image17.png"/><Relationship Id="rId35" Type="http://schemas.openxmlformats.org/officeDocument/2006/relationships/customXml" Target="../ink/ink17.xml"/><Relationship Id="rId8" Type="http://schemas.openxmlformats.org/officeDocument/2006/relationships/image" Target="../media/image6.png"/><Relationship Id="rId3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26.xml"/><Relationship Id="rId26" Type="http://schemas.openxmlformats.org/officeDocument/2006/relationships/customXml" Target="../ink/ink30.xml"/><Relationship Id="rId39" Type="http://schemas.openxmlformats.org/officeDocument/2006/relationships/image" Target="../media/image21.png"/><Relationship Id="rId21" Type="http://schemas.openxmlformats.org/officeDocument/2006/relationships/image" Target="../media/image14.png"/><Relationship Id="rId34" Type="http://schemas.openxmlformats.org/officeDocument/2006/relationships/customXml" Target="../ink/ink34.xml"/><Relationship Id="rId7" Type="http://schemas.openxmlformats.org/officeDocument/2006/relationships/image" Target="../media/image7.png"/><Relationship Id="rId12" Type="http://schemas.openxmlformats.org/officeDocument/2006/relationships/customXml" Target="../ink/ink23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4.png"/><Relationship Id="rId38" Type="http://schemas.openxmlformats.org/officeDocument/2006/relationships/customXml" Target="../ink/ink36.xml"/><Relationship Id="rId2" Type="http://schemas.openxmlformats.org/officeDocument/2006/relationships/image" Target="../media/image22.png"/><Relationship Id="rId16" Type="http://schemas.openxmlformats.org/officeDocument/2006/relationships/customXml" Target="../ink/ink25.xml"/><Relationship Id="rId20" Type="http://schemas.openxmlformats.org/officeDocument/2006/relationships/customXml" Target="../ink/ink27.xm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11" Type="http://schemas.openxmlformats.org/officeDocument/2006/relationships/image" Target="../media/image9.png"/><Relationship Id="rId24" Type="http://schemas.openxmlformats.org/officeDocument/2006/relationships/customXml" Target="../ink/ink29.xml"/><Relationship Id="rId32" Type="http://schemas.openxmlformats.org/officeDocument/2006/relationships/customXml" Target="../ink/ink33.xml"/><Relationship Id="rId37" Type="http://schemas.openxmlformats.org/officeDocument/2006/relationships/image" Target="../media/image20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31.xml"/><Relationship Id="rId36" Type="http://schemas.openxmlformats.org/officeDocument/2006/relationships/customXml" Target="../ink/ink35.xml"/><Relationship Id="rId10" Type="http://schemas.openxmlformats.org/officeDocument/2006/relationships/customXml" Target="../ink/ink22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" Type="http://schemas.openxmlformats.org/officeDocument/2006/relationships/customXml" Target="../ink/ink19.xml"/><Relationship Id="rId9" Type="http://schemas.openxmlformats.org/officeDocument/2006/relationships/image" Target="../media/image8.png"/><Relationship Id="rId14" Type="http://schemas.openxmlformats.org/officeDocument/2006/relationships/customXml" Target="../ink/ink24.xml"/><Relationship Id="rId22" Type="http://schemas.openxmlformats.org/officeDocument/2006/relationships/customXml" Target="../ink/ink28.xml"/><Relationship Id="rId27" Type="http://schemas.openxmlformats.org/officeDocument/2006/relationships/image" Target="../media/image17.png"/><Relationship Id="rId30" Type="http://schemas.openxmlformats.org/officeDocument/2006/relationships/customXml" Target="../ink/ink32.xml"/><Relationship Id="rId35" Type="http://schemas.openxmlformats.org/officeDocument/2006/relationships/image" Target="../media/image5.png"/><Relationship Id="rId8" Type="http://schemas.openxmlformats.org/officeDocument/2006/relationships/customXml" Target="../ink/ink21.xml"/><Relationship Id="rId3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44.xml"/><Relationship Id="rId26" Type="http://schemas.openxmlformats.org/officeDocument/2006/relationships/customXml" Target="../ink/ink48.xml"/><Relationship Id="rId39" Type="http://schemas.openxmlformats.org/officeDocument/2006/relationships/image" Target="../media/image21.png"/><Relationship Id="rId21" Type="http://schemas.openxmlformats.org/officeDocument/2006/relationships/image" Target="../media/image14.png"/><Relationship Id="rId34" Type="http://schemas.openxmlformats.org/officeDocument/2006/relationships/customXml" Target="../ink/ink52.xml"/><Relationship Id="rId7" Type="http://schemas.openxmlformats.org/officeDocument/2006/relationships/image" Target="../media/image7.png"/><Relationship Id="rId12" Type="http://schemas.openxmlformats.org/officeDocument/2006/relationships/customXml" Target="../ink/ink41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4.png"/><Relationship Id="rId38" Type="http://schemas.openxmlformats.org/officeDocument/2006/relationships/customXml" Target="../ink/ink54.xml"/><Relationship Id="rId2" Type="http://schemas.openxmlformats.org/officeDocument/2006/relationships/image" Target="../media/image24.png"/><Relationship Id="rId16" Type="http://schemas.openxmlformats.org/officeDocument/2006/relationships/customXml" Target="../ink/ink43.xml"/><Relationship Id="rId20" Type="http://schemas.openxmlformats.org/officeDocument/2006/relationships/customXml" Target="../ink/ink45.xm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11" Type="http://schemas.openxmlformats.org/officeDocument/2006/relationships/image" Target="../media/image9.png"/><Relationship Id="rId24" Type="http://schemas.openxmlformats.org/officeDocument/2006/relationships/customXml" Target="../ink/ink47.xml"/><Relationship Id="rId32" Type="http://schemas.openxmlformats.org/officeDocument/2006/relationships/customXml" Target="../ink/ink51.xml"/><Relationship Id="rId37" Type="http://schemas.openxmlformats.org/officeDocument/2006/relationships/image" Target="../media/image20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49.xml"/><Relationship Id="rId36" Type="http://schemas.openxmlformats.org/officeDocument/2006/relationships/customXml" Target="../ink/ink53.xml"/><Relationship Id="rId10" Type="http://schemas.openxmlformats.org/officeDocument/2006/relationships/customXml" Target="../ink/ink40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" Type="http://schemas.openxmlformats.org/officeDocument/2006/relationships/customXml" Target="../ink/ink37.xml"/><Relationship Id="rId9" Type="http://schemas.openxmlformats.org/officeDocument/2006/relationships/image" Target="../media/image8.png"/><Relationship Id="rId14" Type="http://schemas.openxmlformats.org/officeDocument/2006/relationships/customXml" Target="../ink/ink42.xml"/><Relationship Id="rId22" Type="http://schemas.openxmlformats.org/officeDocument/2006/relationships/customXml" Target="../ink/ink46.xml"/><Relationship Id="rId27" Type="http://schemas.openxmlformats.org/officeDocument/2006/relationships/image" Target="../media/image17.png"/><Relationship Id="rId30" Type="http://schemas.openxmlformats.org/officeDocument/2006/relationships/customXml" Target="../ink/ink50.xml"/><Relationship Id="rId35" Type="http://schemas.openxmlformats.org/officeDocument/2006/relationships/image" Target="../media/image5.png"/><Relationship Id="rId8" Type="http://schemas.openxmlformats.org/officeDocument/2006/relationships/customXml" Target="../ink/ink39.xml"/><Relationship Id="rId3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62.xml"/><Relationship Id="rId26" Type="http://schemas.openxmlformats.org/officeDocument/2006/relationships/customXml" Target="../ink/ink66.xml"/><Relationship Id="rId39" Type="http://schemas.openxmlformats.org/officeDocument/2006/relationships/image" Target="../media/image21.png"/><Relationship Id="rId21" Type="http://schemas.openxmlformats.org/officeDocument/2006/relationships/image" Target="../media/image14.png"/><Relationship Id="rId34" Type="http://schemas.openxmlformats.org/officeDocument/2006/relationships/customXml" Target="../ink/ink70.xml"/><Relationship Id="rId7" Type="http://schemas.openxmlformats.org/officeDocument/2006/relationships/image" Target="../media/image7.png"/><Relationship Id="rId12" Type="http://schemas.openxmlformats.org/officeDocument/2006/relationships/customXml" Target="../ink/ink59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4.png"/><Relationship Id="rId38" Type="http://schemas.openxmlformats.org/officeDocument/2006/relationships/customXml" Target="../ink/ink72.xml"/><Relationship Id="rId2" Type="http://schemas.openxmlformats.org/officeDocument/2006/relationships/image" Target="../media/image26.png"/><Relationship Id="rId16" Type="http://schemas.openxmlformats.org/officeDocument/2006/relationships/customXml" Target="../ink/ink61.xml"/><Relationship Id="rId20" Type="http://schemas.openxmlformats.org/officeDocument/2006/relationships/customXml" Target="../ink/ink63.xm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.xml"/><Relationship Id="rId11" Type="http://schemas.openxmlformats.org/officeDocument/2006/relationships/image" Target="../media/image9.png"/><Relationship Id="rId24" Type="http://schemas.openxmlformats.org/officeDocument/2006/relationships/customXml" Target="../ink/ink65.xml"/><Relationship Id="rId32" Type="http://schemas.openxmlformats.org/officeDocument/2006/relationships/customXml" Target="../ink/ink69.xml"/><Relationship Id="rId37" Type="http://schemas.openxmlformats.org/officeDocument/2006/relationships/image" Target="../media/image20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67.xml"/><Relationship Id="rId36" Type="http://schemas.openxmlformats.org/officeDocument/2006/relationships/customXml" Target="../ink/ink71.xml"/><Relationship Id="rId10" Type="http://schemas.openxmlformats.org/officeDocument/2006/relationships/customXml" Target="../ink/ink58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" Type="http://schemas.openxmlformats.org/officeDocument/2006/relationships/customXml" Target="../ink/ink55.xml"/><Relationship Id="rId9" Type="http://schemas.openxmlformats.org/officeDocument/2006/relationships/image" Target="../media/image8.png"/><Relationship Id="rId14" Type="http://schemas.openxmlformats.org/officeDocument/2006/relationships/customXml" Target="../ink/ink60.xml"/><Relationship Id="rId22" Type="http://schemas.openxmlformats.org/officeDocument/2006/relationships/customXml" Target="../ink/ink64.xml"/><Relationship Id="rId27" Type="http://schemas.openxmlformats.org/officeDocument/2006/relationships/image" Target="../media/image17.png"/><Relationship Id="rId30" Type="http://schemas.openxmlformats.org/officeDocument/2006/relationships/customXml" Target="../ink/ink68.xml"/><Relationship Id="rId35" Type="http://schemas.openxmlformats.org/officeDocument/2006/relationships/image" Target="../media/image5.png"/><Relationship Id="rId8" Type="http://schemas.openxmlformats.org/officeDocument/2006/relationships/customXml" Target="../ink/ink57.xml"/><Relationship Id="rId3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80.xml"/><Relationship Id="rId26" Type="http://schemas.openxmlformats.org/officeDocument/2006/relationships/customXml" Target="../ink/ink84.xml"/><Relationship Id="rId39" Type="http://schemas.openxmlformats.org/officeDocument/2006/relationships/image" Target="../media/image5.png"/><Relationship Id="rId21" Type="http://schemas.openxmlformats.org/officeDocument/2006/relationships/image" Target="../media/image12.png"/><Relationship Id="rId34" Type="http://schemas.openxmlformats.org/officeDocument/2006/relationships/customXml" Target="../ink/ink88.xml"/><Relationship Id="rId7" Type="http://schemas.openxmlformats.org/officeDocument/2006/relationships/image" Target="../media/image21.png"/><Relationship Id="rId12" Type="http://schemas.openxmlformats.org/officeDocument/2006/relationships/customXml" Target="../ink/ink77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90.xml"/><Relationship Id="rId2" Type="http://schemas.openxmlformats.org/officeDocument/2006/relationships/image" Target="../media/image27.png"/><Relationship Id="rId16" Type="http://schemas.openxmlformats.org/officeDocument/2006/relationships/customXml" Target="../ink/ink79.xml"/><Relationship Id="rId20" Type="http://schemas.openxmlformats.org/officeDocument/2006/relationships/customXml" Target="../ink/ink81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4.xml"/><Relationship Id="rId11" Type="http://schemas.openxmlformats.org/officeDocument/2006/relationships/image" Target="../media/image7.png"/><Relationship Id="rId24" Type="http://schemas.openxmlformats.org/officeDocument/2006/relationships/customXml" Target="../ink/ink83.xml"/><Relationship Id="rId32" Type="http://schemas.openxmlformats.org/officeDocument/2006/relationships/customXml" Target="../ink/ink87.xml"/><Relationship Id="rId37" Type="http://schemas.openxmlformats.org/officeDocument/2006/relationships/image" Target="../media/image4.png"/><Relationship Id="rId5" Type="http://schemas.openxmlformats.org/officeDocument/2006/relationships/image" Target="../media/image20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85.xml"/><Relationship Id="rId36" Type="http://schemas.openxmlformats.org/officeDocument/2006/relationships/customXml" Target="../ink/ink89.xml"/><Relationship Id="rId10" Type="http://schemas.openxmlformats.org/officeDocument/2006/relationships/customXml" Target="../ink/ink76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73.xml"/><Relationship Id="rId9" Type="http://schemas.openxmlformats.org/officeDocument/2006/relationships/image" Target="../media/image6.png"/><Relationship Id="rId14" Type="http://schemas.openxmlformats.org/officeDocument/2006/relationships/customXml" Target="../ink/ink78.xml"/><Relationship Id="rId22" Type="http://schemas.openxmlformats.org/officeDocument/2006/relationships/customXml" Target="../ink/ink82.xml"/><Relationship Id="rId27" Type="http://schemas.openxmlformats.org/officeDocument/2006/relationships/image" Target="../media/image15.png"/><Relationship Id="rId30" Type="http://schemas.openxmlformats.org/officeDocument/2006/relationships/customXml" Target="../ink/ink86.xml"/><Relationship Id="rId35" Type="http://schemas.openxmlformats.org/officeDocument/2006/relationships/image" Target="../media/image19.png"/><Relationship Id="rId8" Type="http://schemas.openxmlformats.org/officeDocument/2006/relationships/customXml" Target="../ink/ink75.xml"/><Relationship Id="rId3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98.xml"/><Relationship Id="rId26" Type="http://schemas.openxmlformats.org/officeDocument/2006/relationships/customXml" Target="../ink/ink102.xml"/><Relationship Id="rId39" Type="http://schemas.openxmlformats.org/officeDocument/2006/relationships/image" Target="../media/image21.png"/><Relationship Id="rId21" Type="http://schemas.openxmlformats.org/officeDocument/2006/relationships/image" Target="../media/image14.png"/><Relationship Id="rId34" Type="http://schemas.openxmlformats.org/officeDocument/2006/relationships/customXml" Target="../ink/ink106.xml"/><Relationship Id="rId7" Type="http://schemas.openxmlformats.org/officeDocument/2006/relationships/image" Target="../media/image7.png"/><Relationship Id="rId12" Type="http://schemas.openxmlformats.org/officeDocument/2006/relationships/customXml" Target="../ink/ink95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4.png"/><Relationship Id="rId38" Type="http://schemas.openxmlformats.org/officeDocument/2006/relationships/customXml" Target="../ink/ink108.xml"/><Relationship Id="rId2" Type="http://schemas.openxmlformats.org/officeDocument/2006/relationships/image" Target="../media/image29.png"/><Relationship Id="rId16" Type="http://schemas.openxmlformats.org/officeDocument/2006/relationships/customXml" Target="../ink/ink97.xml"/><Relationship Id="rId20" Type="http://schemas.openxmlformats.org/officeDocument/2006/relationships/customXml" Target="../ink/ink99.xm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2.xml"/><Relationship Id="rId11" Type="http://schemas.openxmlformats.org/officeDocument/2006/relationships/image" Target="../media/image9.png"/><Relationship Id="rId24" Type="http://schemas.openxmlformats.org/officeDocument/2006/relationships/customXml" Target="../ink/ink101.xml"/><Relationship Id="rId32" Type="http://schemas.openxmlformats.org/officeDocument/2006/relationships/customXml" Target="../ink/ink105.xml"/><Relationship Id="rId37" Type="http://schemas.openxmlformats.org/officeDocument/2006/relationships/image" Target="../media/image20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03.xml"/><Relationship Id="rId36" Type="http://schemas.openxmlformats.org/officeDocument/2006/relationships/customXml" Target="../ink/ink107.xml"/><Relationship Id="rId10" Type="http://schemas.openxmlformats.org/officeDocument/2006/relationships/customXml" Target="../ink/ink94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" Type="http://schemas.openxmlformats.org/officeDocument/2006/relationships/customXml" Target="../ink/ink91.xml"/><Relationship Id="rId9" Type="http://schemas.openxmlformats.org/officeDocument/2006/relationships/image" Target="../media/image8.png"/><Relationship Id="rId14" Type="http://schemas.openxmlformats.org/officeDocument/2006/relationships/customXml" Target="../ink/ink96.xml"/><Relationship Id="rId22" Type="http://schemas.openxmlformats.org/officeDocument/2006/relationships/customXml" Target="../ink/ink100.xml"/><Relationship Id="rId27" Type="http://schemas.openxmlformats.org/officeDocument/2006/relationships/image" Target="../media/image17.png"/><Relationship Id="rId30" Type="http://schemas.openxmlformats.org/officeDocument/2006/relationships/customXml" Target="../ink/ink104.xml"/><Relationship Id="rId35" Type="http://schemas.openxmlformats.org/officeDocument/2006/relationships/image" Target="../media/image5.png"/><Relationship Id="rId8" Type="http://schemas.openxmlformats.org/officeDocument/2006/relationships/customXml" Target="../ink/ink93.xml"/><Relationship Id="rId3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customXml" Target="../ink/ink116.xml"/><Relationship Id="rId26" Type="http://schemas.openxmlformats.org/officeDocument/2006/relationships/customXml" Target="../ink/ink120.xml"/><Relationship Id="rId39" Type="http://schemas.openxmlformats.org/officeDocument/2006/relationships/image" Target="../media/image21.png"/><Relationship Id="rId21" Type="http://schemas.openxmlformats.org/officeDocument/2006/relationships/image" Target="../media/image8.png"/><Relationship Id="rId34" Type="http://schemas.openxmlformats.org/officeDocument/2006/relationships/customXml" Target="../ink/ink124.xml"/><Relationship Id="rId7" Type="http://schemas.openxmlformats.org/officeDocument/2006/relationships/image" Target="../media/image7.png"/><Relationship Id="rId12" Type="http://schemas.openxmlformats.org/officeDocument/2006/relationships/customXml" Target="../ink/ink113.xml"/><Relationship Id="rId17" Type="http://schemas.openxmlformats.org/officeDocument/2006/relationships/image" Target="../media/image10.png"/><Relationship Id="rId25" Type="http://schemas.openxmlformats.org/officeDocument/2006/relationships/image" Target="../media/image16.png"/><Relationship Id="rId33" Type="http://schemas.openxmlformats.org/officeDocument/2006/relationships/image" Target="../media/image4.png"/><Relationship Id="rId38" Type="http://schemas.openxmlformats.org/officeDocument/2006/relationships/customXml" Target="../ink/ink126.xml"/><Relationship Id="rId2" Type="http://schemas.openxmlformats.org/officeDocument/2006/relationships/image" Target="../media/image30.png"/><Relationship Id="rId16" Type="http://schemas.openxmlformats.org/officeDocument/2006/relationships/customXml" Target="../ink/ink115.xml"/><Relationship Id="rId20" Type="http://schemas.openxmlformats.org/officeDocument/2006/relationships/customXml" Target="../ink/ink117.xm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0.xml"/><Relationship Id="rId11" Type="http://schemas.openxmlformats.org/officeDocument/2006/relationships/image" Target="../media/image13.png"/><Relationship Id="rId24" Type="http://schemas.openxmlformats.org/officeDocument/2006/relationships/customXml" Target="../ink/ink119.xml"/><Relationship Id="rId32" Type="http://schemas.openxmlformats.org/officeDocument/2006/relationships/customXml" Target="../ink/ink123.xml"/><Relationship Id="rId37" Type="http://schemas.openxmlformats.org/officeDocument/2006/relationships/image" Target="../media/image20.png"/><Relationship Id="rId5" Type="http://schemas.openxmlformats.org/officeDocument/2006/relationships/image" Target="../media/image6.png"/><Relationship Id="rId15" Type="http://schemas.openxmlformats.org/officeDocument/2006/relationships/image" Target="../media/image15.png"/><Relationship Id="rId23" Type="http://schemas.openxmlformats.org/officeDocument/2006/relationships/image" Target="../media/image9.png"/><Relationship Id="rId28" Type="http://schemas.openxmlformats.org/officeDocument/2006/relationships/customXml" Target="../ink/ink121.xml"/><Relationship Id="rId36" Type="http://schemas.openxmlformats.org/officeDocument/2006/relationships/customXml" Target="../ink/ink125.xml"/><Relationship Id="rId10" Type="http://schemas.openxmlformats.org/officeDocument/2006/relationships/customXml" Target="../ink/ink112.xml"/><Relationship Id="rId19" Type="http://schemas.openxmlformats.org/officeDocument/2006/relationships/image" Target="../media/image11.png"/><Relationship Id="rId31" Type="http://schemas.openxmlformats.org/officeDocument/2006/relationships/image" Target="../media/image19.png"/><Relationship Id="rId4" Type="http://schemas.openxmlformats.org/officeDocument/2006/relationships/customXml" Target="../ink/ink109.xml"/><Relationship Id="rId9" Type="http://schemas.openxmlformats.org/officeDocument/2006/relationships/image" Target="../media/image12.png"/><Relationship Id="rId14" Type="http://schemas.openxmlformats.org/officeDocument/2006/relationships/customXml" Target="../ink/ink114.xml"/><Relationship Id="rId22" Type="http://schemas.openxmlformats.org/officeDocument/2006/relationships/customXml" Target="../ink/ink118.xml"/><Relationship Id="rId27" Type="http://schemas.openxmlformats.org/officeDocument/2006/relationships/image" Target="../media/image17.png"/><Relationship Id="rId30" Type="http://schemas.openxmlformats.org/officeDocument/2006/relationships/customXml" Target="../ink/ink122.xml"/><Relationship Id="rId35" Type="http://schemas.openxmlformats.org/officeDocument/2006/relationships/image" Target="../media/image5.png"/><Relationship Id="rId8" Type="http://schemas.openxmlformats.org/officeDocument/2006/relationships/customXml" Target="../ink/ink111.xml"/><Relationship Id="rId3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134.xml"/><Relationship Id="rId26" Type="http://schemas.openxmlformats.org/officeDocument/2006/relationships/customXml" Target="../ink/ink138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42.xml"/><Relationship Id="rId7" Type="http://schemas.openxmlformats.org/officeDocument/2006/relationships/image" Target="../media/image5.png"/><Relationship Id="rId12" Type="http://schemas.openxmlformats.org/officeDocument/2006/relationships/customXml" Target="../ink/ink131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44.xml"/><Relationship Id="rId2" Type="http://schemas.openxmlformats.org/officeDocument/2006/relationships/image" Target="../media/image32.png"/><Relationship Id="rId16" Type="http://schemas.openxmlformats.org/officeDocument/2006/relationships/customXml" Target="../ink/ink133.xml"/><Relationship Id="rId20" Type="http://schemas.openxmlformats.org/officeDocument/2006/relationships/customXml" Target="../ink/ink135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8.xml"/><Relationship Id="rId11" Type="http://schemas.openxmlformats.org/officeDocument/2006/relationships/image" Target="../media/image7.png"/><Relationship Id="rId24" Type="http://schemas.openxmlformats.org/officeDocument/2006/relationships/customXml" Target="../ink/ink137.xml"/><Relationship Id="rId32" Type="http://schemas.openxmlformats.org/officeDocument/2006/relationships/customXml" Target="../ink/ink141.xml"/><Relationship Id="rId37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9.xml"/><Relationship Id="rId36" Type="http://schemas.openxmlformats.org/officeDocument/2006/relationships/customXml" Target="../ink/ink143.xml"/><Relationship Id="rId10" Type="http://schemas.openxmlformats.org/officeDocument/2006/relationships/customXml" Target="../ink/ink130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127.xml"/><Relationship Id="rId9" Type="http://schemas.openxmlformats.org/officeDocument/2006/relationships/image" Target="../media/image6.png"/><Relationship Id="rId14" Type="http://schemas.openxmlformats.org/officeDocument/2006/relationships/customXml" Target="../ink/ink132.xml"/><Relationship Id="rId22" Type="http://schemas.openxmlformats.org/officeDocument/2006/relationships/customXml" Target="../ink/ink136.xml"/><Relationship Id="rId27" Type="http://schemas.openxmlformats.org/officeDocument/2006/relationships/image" Target="../media/image15.png"/><Relationship Id="rId30" Type="http://schemas.openxmlformats.org/officeDocument/2006/relationships/customXml" Target="../ink/ink140.xml"/><Relationship Id="rId35" Type="http://schemas.openxmlformats.org/officeDocument/2006/relationships/image" Target="../media/image19.png"/><Relationship Id="rId8" Type="http://schemas.openxmlformats.org/officeDocument/2006/relationships/customXml" Target="../ink/ink129.xml"/><Relationship Id="rId3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customXml" Target="../ink/ink152.xml"/><Relationship Id="rId26" Type="http://schemas.openxmlformats.org/officeDocument/2006/relationships/customXml" Target="../ink/ink156.xml"/><Relationship Id="rId39" Type="http://schemas.openxmlformats.org/officeDocument/2006/relationships/image" Target="../media/image21.png"/><Relationship Id="rId21" Type="http://schemas.openxmlformats.org/officeDocument/2006/relationships/image" Target="../media/image10.png"/><Relationship Id="rId34" Type="http://schemas.openxmlformats.org/officeDocument/2006/relationships/customXml" Target="../ink/ink160.xml"/><Relationship Id="rId7" Type="http://schemas.openxmlformats.org/officeDocument/2006/relationships/image" Target="../media/image9.png"/><Relationship Id="rId12" Type="http://schemas.openxmlformats.org/officeDocument/2006/relationships/customXml" Target="../ink/ink149.xml"/><Relationship Id="rId17" Type="http://schemas.openxmlformats.org/officeDocument/2006/relationships/image" Target="../media/image6.png"/><Relationship Id="rId25" Type="http://schemas.openxmlformats.org/officeDocument/2006/relationships/image" Target="../media/image12.png"/><Relationship Id="rId33" Type="http://schemas.openxmlformats.org/officeDocument/2006/relationships/image" Target="../media/image4.png"/><Relationship Id="rId38" Type="http://schemas.openxmlformats.org/officeDocument/2006/relationships/customXml" Target="../ink/ink162.xml"/><Relationship Id="rId2" Type="http://schemas.openxmlformats.org/officeDocument/2006/relationships/image" Target="../media/image33.png"/><Relationship Id="rId16" Type="http://schemas.openxmlformats.org/officeDocument/2006/relationships/customXml" Target="../ink/ink151.xml"/><Relationship Id="rId20" Type="http://schemas.openxmlformats.org/officeDocument/2006/relationships/customXml" Target="../ink/ink153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6.xml"/><Relationship Id="rId11" Type="http://schemas.openxmlformats.org/officeDocument/2006/relationships/image" Target="../media/image15.png"/><Relationship Id="rId24" Type="http://schemas.openxmlformats.org/officeDocument/2006/relationships/customXml" Target="../ink/ink155.xml"/><Relationship Id="rId32" Type="http://schemas.openxmlformats.org/officeDocument/2006/relationships/customXml" Target="../ink/ink159.xml"/><Relationship Id="rId37" Type="http://schemas.openxmlformats.org/officeDocument/2006/relationships/image" Target="../media/image20.png"/><Relationship Id="rId5" Type="http://schemas.openxmlformats.org/officeDocument/2006/relationships/image" Target="../media/image8.png"/><Relationship Id="rId15" Type="http://schemas.openxmlformats.org/officeDocument/2006/relationships/image" Target="../media/image19.png"/><Relationship Id="rId23" Type="http://schemas.openxmlformats.org/officeDocument/2006/relationships/image" Target="../media/image11.png"/><Relationship Id="rId28" Type="http://schemas.openxmlformats.org/officeDocument/2006/relationships/customXml" Target="../ink/ink157.xml"/><Relationship Id="rId36" Type="http://schemas.openxmlformats.org/officeDocument/2006/relationships/customXml" Target="../ink/ink161.xml"/><Relationship Id="rId10" Type="http://schemas.openxmlformats.org/officeDocument/2006/relationships/customXml" Target="../ink/ink148.xml"/><Relationship Id="rId19" Type="http://schemas.openxmlformats.org/officeDocument/2006/relationships/image" Target="../media/image7.png"/><Relationship Id="rId31" Type="http://schemas.openxmlformats.org/officeDocument/2006/relationships/image" Target="../media/image17.png"/><Relationship Id="rId4" Type="http://schemas.openxmlformats.org/officeDocument/2006/relationships/customXml" Target="../ink/ink145.xml"/><Relationship Id="rId9" Type="http://schemas.openxmlformats.org/officeDocument/2006/relationships/image" Target="../media/image14.png"/><Relationship Id="rId14" Type="http://schemas.openxmlformats.org/officeDocument/2006/relationships/customXml" Target="../ink/ink150.xml"/><Relationship Id="rId22" Type="http://schemas.openxmlformats.org/officeDocument/2006/relationships/customXml" Target="../ink/ink154.xml"/><Relationship Id="rId27" Type="http://schemas.openxmlformats.org/officeDocument/2006/relationships/image" Target="../media/image13.png"/><Relationship Id="rId30" Type="http://schemas.openxmlformats.org/officeDocument/2006/relationships/customXml" Target="../ink/ink158.xml"/><Relationship Id="rId35" Type="http://schemas.openxmlformats.org/officeDocument/2006/relationships/image" Target="../media/image5.png"/><Relationship Id="rId8" Type="http://schemas.openxmlformats.org/officeDocument/2006/relationships/customXml" Target="../ink/ink147.xml"/><Relationship Id="rId3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170.xml"/><Relationship Id="rId26" Type="http://schemas.openxmlformats.org/officeDocument/2006/relationships/customXml" Target="../ink/ink174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78.xml"/><Relationship Id="rId7" Type="http://schemas.openxmlformats.org/officeDocument/2006/relationships/image" Target="../media/image5.png"/><Relationship Id="rId12" Type="http://schemas.openxmlformats.org/officeDocument/2006/relationships/customXml" Target="../ink/ink167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0.xml"/><Relationship Id="rId2" Type="http://schemas.openxmlformats.org/officeDocument/2006/relationships/image" Target="../media/image33.png"/><Relationship Id="rId16" Type="http://schemas.openxmlformats.org/officeDocument/2006/relationships/customXml" Target="../ink/ink169.xml"/><Relationship Id="rId20" Type="http://schemas.openxmlformats.org/officeDocument/2006/relationships/customXml" Target="../ink/ink171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4.xml"/><Relationship Id="rId11" Type="http://schemas.openxmlformats.org/officeDocument/2006/relationships/image" Target="../media/image7.png"/><Relationship Id="rId24" Type="http://schemas.openxmlformats.org/officeDocument/2006/relationships/customXml" Target="../ink/ink173.xml"/><Relationship Id="rId32" Type="http://schemas.openxmlformats.org/officeDocument/2006/relationships/customXml" Target="../ink/ink177.xml"/><Relationship Id="rId37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75.xml"/><Relationship Id="rId36" Type="http://schemas.openxmlformats.org/officeDocument/2006/relationships/customXml" Target="../ink/ink179.xml"/><Relationship Id="rId10" Type="http://schemas.openxmlformats.org/officeDocument/2006/relationships/customXml" Target="../ink/ink166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163.xml"/><Relationship Id="rId9" Type="http://schemas.openxmlformats.org/officeDocument/2006/relationships/image" Target="../media/image6.png"/><Relationship Id="rId14" Type="http://schemas.openxmlformats.org/officeDocument/2006/relationships/customXml" Target="../ink/ink168.xml"/><Relationship Id="rId22" Type="http://schemas.openxmlformats.org/officeDocument/2006/relationships/customXml" Target="../ink/ink172.xml"/><Relationship Id="rId27" Type="http://schemas.openxmlformats.org/officeDocument/2006/relationships/image" Target="../media/image15.png"/><Relationship Id="rId30" Type="http://schemas.openxmlformats.org/officeDocument/2006/relationships/customXml" Target="../ink/ink176.xml"/><Relationship Id="rId35" Type="http://schemas.openxmlformats.org/officeDocument/2006/relationships/image" Target="../media/image19.png"/><Relationship Id="rId8" Type="http://schemas.openxmlformats.org/officeDocument/2006/relationships/customXml" Target="../ink/ink165.xml"/><Relationship Id="rId3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188.xml"/><Relationship Id="rId26" Type="http://schemas.openxmlformats.org/officeDocument/2006/relationships/customXml" Target="../ink/ink192.xml"/><Relationship Id="rId39" Type="http://schemas.openxmlformats.org/officeDocument/2006/relationships/image" Target="../media/image19.png"/><Relationship Id="rId21" Type="http://schemas.openxmlformats.org/officeDocument/2006/relationships/image" Target="../media/image6.png"/><Relationship Id="rId34" Type="http://schemas.openxmlformats.org/officeDocument/2006/relationships/customXml" Target="../ink/ink196.xml"/><Relationship Id="rId7" Type="http://schemas.openxmlformats.org/officeDocument/2006/relationships/image" Target="../media/image21.png"/><Relationship Id="rId12" Type="http://schemas.openxmlformats.org/officeDocument/2006/relationships/customXml" Target="../ink/ink185.xml"/><Relationship Id="rId17" Type="http://schemas.openxmlformats.org/officeDocument/2006/relationships/image" Target="../media/image4.png"/><Relationship Id="rId25" Type="http://schemas.openxmlformats.org/officeDocument/2006/relationships/image" Target="../media/image8.png"/><Relationship Id="rId33" Type="http://schemas.openxmlformats.org/officeDocument/2006/relationships/image" Target="../media/image14.png"/><Relationship Id="rId38" Type="http://schemas.openxmlformats.org/officeDocument/2006/relationships/customXml" Target="../ink/ink198.xml"/><Relationship Id="rId2" Type="http://schemas.openxmlformats.org/officeDocument/2006/relationships/image" Target="../media/image33.png"/><Relationship Id="rId16" Type="http://schemas.openxmlformats.org/officeDocument/2006/relationships/customXml" Target="../ink/ink187.xml"/><Relationship Id="rId20" Type="http://schemas.openxmlformats.org/officeDocument/2006/relationships/customXml" Target="../ink/ink189.xml"/><Relationship Id="rId29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2.xml"/><Relationship Id="rId11" Type="http://schemas.openxmlformats.org/officeDocument/2006/relationships/image" Target="../media/image13.png"/><Relationship Id="rId24" Type="http://schemas.openxmlformats.org/officeDocument/2006/relationships/customXml" Target="../ink/ink191.xml"/><Relationship Id="rId32" Type="http://schemas.openxmlformats.org/officeDocument/2006/relationships/customXml" Target="../ink/ink195.xml"/><Relationship Id="rId37" Type="http://schemas.openxmlformats.org/officeDocument/2006/relationships/image" Target="../media/image18.png"/><Relationship Id="rId5" Type="http://schemas.openxmlformats.org/officeDocument/2006/relationships/image" Target="../media/image20.png"/><Relationship Id="rId15" Type="http://schemas.openxmlformats.org/officeDocument/2006/relationships/image" Target="../media/image17.png"/><Relationship Id="rId23" Type="http://schemas.openxmlformats.org/officeDocument/2006/relationships/image" Target="../media/image7.png"/><Relationship Id="rId28" Type="http://schemas.openxmlformats.org/officeDocument/2006/relationships/customXml" Target="../ink/ink193.xml"/><Relationship Id="rId36" Type="http://schemas.openxmlformats.org/officeDocument/2006/relationships/customXml" Target="../ink/ink197.xml"/><Relationship Id="rId10" Type="http://schemas.openxmlformats.org/officeDocument/2006/relationships/customXml" Target="../ink/ink184.xml"/><Relationship Id="rId19" Type="http://schemas.openxmlformats.org/officeDocument/2006/relationships/image" Target="../media/image5.png"/><Relationship Id="rId31" Type="http://schemas.openxmlformats.org/officeDocument/2006/relationships/image" Target="../media/image11.png"/><Relationship Id="rId4" Type="http://schemas.openxmlformats.org/officeDocument/2006/relationships/customXml" Target="../ink/ink181.xml"/><Relationship Id="rId9" Type="http://schemas.openxmlformats.org/officeDocument/2006/relationships/image" Target="../media/image12.png"/><Relationship Id="rId14" Type="http://schemas.openxmlformats.org/officeDocument/2006/relationships/customXml" Target="../ink/ink186.xml"/><Relationship Id="rId22" Type="http://schemas.openxmlformats.org/officeDocument/2006/relationships/customXml" Target="../ink/ink190.xml"/><Relationship Id="rId27" Type="http://schemas.openxmlformats.org/officeDocument/2006/relationships/image" Target="../media/image9.png"/><Relationship Id="rId30" Type="http://schemas.openxmlformats.org/officeDocument/2006/relationships/customXml" Target="../ink/ink194.xml"/><Relationship Id="rId35" Type="http://schemas.openxmlformats.org/officeDocument/2006/relationships/image" Target="../media/image15.png"/><Relationship Id="rId8" Type="http://schemas.openxmlformats.org/officeDocument/2006/relationships/customXml" Target="../ink/ink183.xml"/><Relationship Id="rId3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206.xml"/><Relationship Id="rId26" Type="http://schemas.openxmlformats.org/officeDocument/2006/relationships/customXml" Target="../ink/ink210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214.xml"/><Relationship Id="rId7" Type="http://schemas.openxmlformats.org/officeDocument/2006/relationships/image" Target="../media/image5.png"/><Relationship Id="rId12" Type="http://schemas.openxmlformats.org/officeDocument/2006/relationships/customXml" Target="../ink/ink203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216.xml"/><Relationship Id="rId2" Type="http://schemas.openxmlformats.org/officeDocument/2006/relationships/image" Target="../media/image33.png"/><Relationship Id="rId16" Type="http://schemas.openxmlformats.org/officeDocument/2006/relationships/customXml" Target="../ink/ink205.xml"/><Relationship Id="rId20" Type="http://schemas.openxmlformats.org/officeDocument/2006/relationships/customXml" Target="../ink/ink207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0.xml"/><Relationship Id="rId11" Type="http://schemas.openxmlformats.org/officeDocument/2006/relationships/image" Target="../media/image7.png"/><Relationship Id="rId24" Type="http://schemas.openxmlformats.org/officeDocument/2006/relationships/customXml" Target="../ink/ink209.xml"/><Relationship Id="rId32" Type="http://schemas.openxmlformats.org/officeDocument/2006/relationships/customXml" Target="../ink/ink213.xml"/><Relationship Id="rId37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211.xml"/><Relationship Id="rId36" Type="http://schemas.openxmlformats.org/officeDocument/2006/relationships/customXml" Target="../ink/ink215.xml"/><Relationship Id="rId10" Type="http://schemas.openxmlformats.org/officeDocument/2006/relationships/customXml" Target="../ink/ink202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199.xml"/><Relationship Id="rId9" Type="http://schemas.openxmlformats.org/officeDocument/2006/relationships/image" Target="../media/image6.png"/><Relationship Id="rId14" Type="http://schemas.openxmlformats.org/officeDocument/2006/relationships/customXml" Target="../ink/ink204.xml"/><Relationship Id="rId22" Type="http://schemas.openxmlformats.org/officeDocument/2006/relationships/customXml" Target="../ink/ink208.xml"/><Relationship Id="rId27" Type="http://schemas.openxmlformats.org/officeDocument/2006/relationships/image" Target="../media/image15.png"/><Relationship Id="rId30" Type="http://schemas.openxmlformats.org/officeDocument/2006/relationships/customXml" Target="../ink/ink212.xml"/><Relationship Id="rId35" Type="http://schemas.openxmlformats.org/officeDocument/2006/relationships/image" Target="../media/image19.png"/><Relationship Id="rId8" Type="http://schemas.openxmlformats.org/officeDocument/2006/relationships/customXml" Target="../ink/ink201.xml"/><Relationship Id="rId3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.png"/><Relationship Id="rId18" Type="http://schemas.openxmlformats.org/officeDocument/2006/relationships/customXml" Target="../ink/ink224.xml"/><Relationship Id="rId26" Type="http://schemas.openxmlformats.org/officeDocument/2006/relationships/customXml" Target="../ink/ink228.xml"/><Relationship Id="rId39" Type="http://schemas.openxmlformats.org/officeDocument/2006/relationships/image" Target="../media/image21.png"/><Relationship Id="rId21" Type="http://schemas.openxmlformats.org/officeDocument/2006/relationships/image" Target="../media/image8.png"/><Relationship Id="rId34" Type="http://schemas.openxmlformats.org/officeDocument/2006/relationships/customXml" Target="../ink/ink232.xml"/><Relationship Id="rId7" Type="http://schemas.openxmlformats.org/officeDocument/2006/relationships/customXml" Target="../ink/ink219.xml"/><Relationship Id="rId12" Type="http://schemas.openxmlformats.org/officeDocument/2006/relationships/customXml" Target="../ink/ink221.xml"/><Relationship Id="rId17" Type="http://schemas.openxmlformats.org/officeDocument/2006/relationships/image" Target="../media/image6.png"/><Relationship Id="rId25" Type="http://schemas.openxmlformats.org/officeDocument/2006/relationships/image" Target="../media/image10.png"/><Relationship Id="rId33" Type="http://schemas.openxmlformats.org/officeDocument/2006/relationships/image" Target="../media/image14.png"/><Relationship Id="rId38" Type="http://schemas.openxmlformats.org/officeDocument/2006/relationships/customXml" Target="../ink/ink234.xml"/><Relationship Id="rId2" Type="http://schemas.openxmlformats.org/officeDocument/2006/relationships/image" Target="../media/image37.jpeg"/><Relationship Id="rId16" Type="http://schemas.openxmlformats.org/officeDocument/2006/relationships/customXml" Target="../ink/ink223.xml"/><Relationship Id="rId20" Type="http://schemas.openxmlformats.org/officeDocument/2006/relationships/customXml" Target="../ink/ink225.xml"/><Relationship Id="rId29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33.png"/><Relationship Id="rId24" Type="http://schemas.openxmlformats.org/officeDocument/2006/relationships/customXml" Target="../ink/ink227.xml"/><Relationship Id="rId32" Type="http://schemas.openxmlformats.org/officeDocument/2006/relationships/customXml" Target="../ink/ink231.xml"/><Relationship Id="rId37" Type="http://schemas.openxmlformats.org/officeDocument/2006/relationships/image" Target="../media/image20.png"/><Relationship Id="rId5" Type="http://schemas.openxmlformats.org/officeDocument/2006/relationships/customXml" Target="../ink/ink218.xml"/><Relationship Id="rId15" Type="http://schemas.openxmlformats.org/officeDocument/2006/relationships/image" Target="../media/image5.png"/><Relationship Id="rId23" Type="http://schemas.openxmlformats.org/officeDocument/2006/relationships/image" Target="../media/image9.png"/><Relationship Id="rId28" Type="http://schemas.openxmlformats.org/officeDocument/2006/relationships/customXml" Target="../ink/ink229.xml"/><Relationship Id="rId36" Type="http://schemas.openxmlformats.org/officeDocument/2006/relationships/customXml" Target="../ink/ink233.xml"/><Relationship Id="rId10" Type="http://schemas.openxmlformats.org/officeDocument/2006/relationships/image" Target="../media/image19.png"/><Relationship Id="rId19" Type="http://schemas.openxmlformats.org/officeDocument/2006/relationships/image" Target="../media/image7.png"/><Relationship Id="rId31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customXml" Target="../ink/ink220.xml"/><Relationship Id="rId14" Type="http://schemas.openxmlformats.org/officeDocument/2006/relationships/customXml" Target="../ink/ink222.xml"/><Relationship Id="rId22" Type="http://schemas.openxmlformats.org/officeDocument/2006/relationships/customXml" Target="../ink/ink226.xml"/><Relationship Id="rId27" Type="http://schemas.openxmlformats.org/officeDocument/2006/relationships/image" Target="../media/image11.png"/><Relationship Id="rId30" Type="http://schemas.openxmlformats.org/officeDocument/2006/relationships/customXml" Target="../ink/ink230.xml"/><Relationship Id="rId35" Type="http://schemas.openxmlformats.org/officeDocument/2006/relationships/image" Target="../media/image15.png"/><Relationship Id="rId8" Type="http://schemas.openxmlformats.org/officeDocument/2006/relationships/image" Target="../media/image18.png"/><Relationship Id="rId3" Type="http://schemas.openxmlformats.org/officeDocument/2006/relationships/customXml" Target="../ink/ink217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242.xml"/><Relationship Id="rId26" Type="http://schemas.openxmlformats.org/officeDocument/2006/relationships/customXml" Target="../ink/ink246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250.xml"/><Relationship Id="rId7" Type="http://schemas.openxmlformats.org/officeDocument/2006/relationships/image" Target="../media/image5.png"/><Relationship Id="rId12" Type="http://schemas.openxmlformats.org/officeDocument/2006/relationships/customXml" Target="../ink/ink239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252.xml"/><Relationship Id="rId2" Type="http://schemas.openxmlformats.org/officeDocument/2006/relationships/image" Target="../media/image3.png"/><Relationship Id="rId16" Type="http://schemas.openxmlformats.org/officeDocument/2006/relationships/customXml" Target="../ink/ink241.xml"/><Relationship Id="rId20" Type="http://schemas.openxmlformats.org/officeDocument/2006/relationships/customXml" Target="../ink/ink243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6.xml"/><Relationship Id="rId11" Type="http://schemas.openxmlformats.org/officeDocument/2006/relationships/image" Target="../media/image7.png"/><Relationship Id="rId24" Type="http://schemas.openxmlformats.org/officeDocument/2006/relationships/customXml" Target="../ink/ink245.xml"/><Relationship Id="rId32" Type="http://schemas.openxmlformats.org/officeDocument/2006/relationships/customXml" Target="../ink/ink249.xml"/><Relationship Id="rId37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247.xml"/><Relationship Id="rId36" Type="http://schemas.openxmlformats.org/officeDocument/2006/relationships/customXml" Target="../ink/ink251.xml"/><Relationship Id="rId10" Type="http://schemas.openxmlformats.org/officeDocument/2006/relationships/customXml" Target="../ink/ink238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235.xml"/><Relationship Id="rId9" Type="http://schemas.openxmlformats.org/officeDocument/2006/relationships/image" Target="../media/image6.png"/><Relationship Id="rId14" Type="http://schemas.openxmlformats.org/officeDocument/2006/relationships/customXml" Target="../ink/ink240.xml"/><Relationship Id="rId22" Type="http://schemas.openxmlformats.org/officeDocument/2006/relationships/customXml" Target="../ink/ink244.xml"/><Relationship Id="rId27" Type="http://schemas.openxmlformats.org/officeDocument/2006/relationships/image" Target="../media/image15.png"/><Relationship Id="rId30" Type="http://schemas.openxmlformats.org/officeDocument/2006/relationships/customXml" Target="../ink/ink248.xml"/><Relationship Id="rId35" Type="http://schemas.openxmlformats.org/officeDocument/2006/relationships/image" Target="../media/image19.png"/><Relationship Id="rId8" Type="http://schemas.openxmlformats.org/officeDocument/2006/relationships/customXml" Target="../ink/ink237.xml"/><Relationship Id="rId3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5.xml"/><Relationship Id="rId13" Type="http://schemas.openxmlformats.org/officeDocument/2006/relationships/image" Target="../media/image12.png"/><Relationship Id="rId18" Type="http://schemas.openxmlformats.org/officeDocument/2006/relationships/customXml" Target="../ink/ink260.xml"/><Relationship Id="rId3" Type="http://schemas.openxmlformats.org/officeDocument/2006/relationships/image" Target="../media/image33.png"/><Relationship Id="rId21" Type="http://schemas.openxmlformats.org/officeDocument/2006/relationships/image" Target="../media/image18.png"/><Relationship Id="rId7" Type="http://schemas.openxmlformats.org/officeDocument/2006/relationships/image" Target="../media/image5.png"/><Relationship Id="rId12" Type="http://schemas.openxmlformats.org/officeDocument/2006/relationships/customXml" Target="../ink/ink257.xml"/><Relationship Id="rId17" Type="http://schemas.openxmlformats.org/officeDocument/2006/relationships/image" Target="../media/image14.png"/><Relationship Id="rId2" Type="http://schemas.openxmlformats.org/officeDocument/2006/relationships/image" Target="../media/image38.png"/><Relationship Id="rId16" Type="http://schemas.openxmlformats.org/officeDocument/2006/relationships/customXml" Target="../ink/ink259.xml"/><Relationship Id="rId20" Type="http://schemas.openxmlformats.org/officeDocument/2006/relationships/customXml" Target="../ink/ink26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4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19.png"/><Relationship Id="rId10" Type="http://schemas.openxmlformats.org/officeDocument/2006/relationships/customXml" Target="../ink/ink256.xml"/><Relationship Id="rId19" Type="http://schemas.openxmlformats.org/officeDocument/2006/relationships/image" Target="../media/image15.png"/><Relationship Id="rId4" Type="http://schemas.openxmlformats.org/officeDocument/2006/relationships/customXml" Target="../ink/ink253.xml"/><Relationship Id="rId9" Type="http://schemas.openxmlformats.org/officeDocument/2006/relationships/image" Target="../media/image6.png"/><Relationship Id="rId14" Type="http://schemas.openxmlformats.org/officeDocument/2006/relationships/customXml" Target="../ink/ink258.xml"/><Relationship Id="rId22" Type="http://schemas.openxmlformats.org/officeDocument/2006/relationships/customXml" Target="../ink/ink26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Dijkstra's Algorithm Project COP4530 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9561959" cy="92929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/>
              <a:t>Colby Mullins, Kevin Mikuta, Sara Cathey, </a:t>
            </a:r>
            <a:r>
              <a:rPr lang="en-US" sz="1500"/>
              <a:t>Andy Ho</a:t>
            </a:r>
            <a:endParaRPr lang="en-US"/>
          </a:p>
          <a:p>
            <a:r>
              <a:rPr lang="en-US"/>
              <a:t>11/23/2025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741DF-C1F6-7117-5A56-7DAECE776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3B00E-65D6-E8A9-6E7C-A89E0DC39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Dijkstra's Algorithm is a greedy algorithm used to determine the shortest path between points from a source vertex to all other nodes in a graph.</a:t>
            </a:r>
          </a:p>
          <a:p>
            <a:r>
              <a:rPr lang="en-US"/>
              <a:t>Works best when graphs have a numerical weight. This can represent any arbitrary value, with the most popular being distance, cost, and time. All edges in the graph must also be non-negative.</a:t>
            </a:r>
          </a:p>
          <a:p>
            <a:r>
              <a:rPr lang="en-US"/>
              <a:t>We will go over our own implementation of Dijkstra's Algorithm and explain the time complexities within our version, as well as give a brief example and explain how Dijkstra's can be used in the real world.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15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B520-2FD0-4E4C-8EDB-F36F1EBD2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7A458-917F-5E4E-1304-C211E68DD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Our algorithm uses a priority queue that keeps track of the next node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Priority queue sorts in order of smallest weight; if weights are equal, then they are sorted in lexicographical order.</a:t>
            </a:r>
          </a:p>
          <a:p>
            <a:r>
              <a:rPr lang="en-US"/>
              <a:t>Visits the unvisited node with the smallest current distance</a:t>
            </a:r>
          </a:p>
          <a:p>
            <a:r>
              <a:rPr lang="en-US"/>
              <a:t>Relaxes adjacent vertices if </a:t>
            </a:r>
            <a:r>
              <a:rPr lang="en-US" err="1"/>
              <a:t>dist</a:t>
            </a:r>
            <a:r>
              <a:rPr lang="en-US"/>
              <a:t>[v] + w(u, v) &lt; </a:t>
            </a:r>
            <a:r>
              <a:rPr lang="en-US" err="1"/>
              <a:t>dist</a:t>
            </a:r>
            <a:r>
              <a:rPr lang="en-US"/>
              <a:t>[u]  </a:t>
            </a:r>
          </a:p>
          <a:p>
            <a:r>
              <a:rPr lang="en-US"/>
              <a:t>Repeat process until all nodes are visited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Until the priority queue is empty</a:t>
            </a:r>
          </a:p>
          <a:p>
            <a:r>
              <a:rPr lang="en-US"/>
              <a:t>This gives the shortest distance from a start vertex to every other vertex in the graph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825F7-7961-CE98-9562-65359C41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44BD-C356-4AB0-A8C5-EA767D038A09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C7D6A-5831-A4E9-A54B-BAA2A04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7EB80-6EB5-7B2B-9DFA-4A1BA663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06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B4B0-5D9B-54CC-FA87-464C8190D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/>
          <a:p>
            <a:r>
              <a:rPr lang="en-US"/>
              <a:t>Basic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DEEA7-EAFD-204A-9AF8-8F651CB68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will showcase our implementation of Dijkstra's Algorithm utilizing the graph shown here.</a:t>
            </a:r>
          </a:p>
          <a:p>
            <a:r>
              <a:rPr lang="en-US"/>
              <a:t>We will have vertex A as our origin.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3868F-CE8C-F7FC-8346-F7897B0144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3A2C603-3EE3-4C65-97AF-AB42BFFD906D}" type="datetime1">
              <a:rPr lang="en-US"/>
              <a:pPr>
                <a:spcAft>
                  <a:spcPts val="600"/>
                </a:spcAft>
              </a:pPr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E50E-F3C8-7D27-22DC-76CF90AF5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9FB7C-E125-2618-3E16-C1E2DB49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8" name="Picture 7" descr="A diagram of a network&#10;&#10;AI-generated content may be incorrect.">
            <a:extLst>
              <a:ext uri="{FF2B5EF4-FFF2-40B4-BE49-F238E27FC236}">
                <a16:creationId xmlns:a16="http://schemas.microsoft.com/office/drawing/2014/main" id="{E7A93E29-9B5A-C23B-875E-00C20EC9A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768" y="1846584"/>
            <a:ext cx="7149298" cy="42130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8E431F0-8F3F-8E9A-F0B4-45E0A3D3F213}"/>
                  </a:ext>
                </a:extLst>
              </p14:cNvPr>
              <p14:cNvContentPartPr/>
              <p14:nvPr/>
            </p14:nvContentPartPr>
            <p14:xfrm>
              <a:off x="5186696" y="4914473"/>
              <a:ext cx="83251" cy="310699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8E431F0-8F3F-8E9A-F0B4-45E0A3D3F2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77763" y="4905483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21E326A-8DC7-90FF-8314-B539C3A33FCA}"/>
                  </a:ext>
                </a:extLst>
              </p14:cNvPr>
              <p14:cNvContentPartPr/>
              <p14:nvPr/>
            </p14:nvContentPartPr>
            <p14:xfrm>
              <a:off x="5262761" y="4869560"/>
              <a:ext cx="91028" cy="339722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21E326A-8DC7-90FF-8314-B539C3A33F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53802" y="4860563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3007A21-8188-DCA0-D813-5C07C9F82E0D}"/>
                  </a:ext>
                </a:extLst>
              </p14:cNvPr>
              <p14:cNvContentPartPr/>
              <p14:nvPr/>
            </p14:nvContentPartPr>
            <p14:xfrm>
              <a:off x="5515948" y="5257552"/>
              <a:ext cx="274460" cy="58338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3007A21-8188-DCA0-D813-5C07C9F82E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06967" y="5248604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9655422-3A93-86D0-A466-6600F47A5B9A}"/>
                  </a:ext>
                </a:extLst>
              </p14:cNvPr>
              <p14:cNvContentPartPr/>
              <p14:nvPr/>
            </p14:nvContentPartPr>
            <p14:xfrm>
              <a:off x="5526378" y="5069834"/>
              <a:ext cx="124574" cy="224738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9655422-3A93-86D0-A466-6600F47A5B9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17403" y="5060859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0623E35-5B28-1A49-38C5-F47252386012}"/>
                  </a:ext>
                </a:extLst>
              </p14:cNvPr>
              <p14:cNvContentPartPr/>
              <p14:nvPr/>
            </p14:nvContentPartPr>
            <p14:xfrm>
              <a:off x="5641174" y="5435674"/>
              <a:ext cx="296332" cy="119726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0623E35-5B28-1A49-38C5-F4725238601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32183" y="5426686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89CF0D-CE6A-9547-9E2B-DA7090FE7EC9}"/>
                  </a:ext>
                </a:extLst>
              </p14:cNvPr>
              <p14:cNvContentPartPr/>
              <p14:nvPr/>
            </p14:nvContentPartPr>
            <p14:xfrm>
              <a:off x="5631477" y="5555359"/>
              <a:ext cx="297727" cy="74231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89CF0D-CE6A-9547-9E2B-DA7090FE7EC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22488" y="5546394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615DF43-CFC9-7862-73E0-745E7FF821B6}"/>
                  </a:ext>
                </a:extLst>
              </p14:cNvPr>
              <p14:cNvContentPartPr/>
              <p14:nvPr/>
            </p14:nvContentPartPr>
            <p14:xfrm>
              <a:off x="5721538" y="2508529"/>
              <a:ext cx="144534" cy="206416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615DF43-CFC9-7862-73E0-745E7FF821B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12550" y="2499539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F94E7BC-C5CB-D964-0140-9CA61B687BD4}"/>
                  </a:ext>
                </a:extLst>
              </p14:cNvPr>
              <p14:cNvContentPartPr/>
              <p14:nvPr/>
            </p14:nvContentPartPr>
            <p14:xfrm>
              <a:off x="5729984" y="2495252"/>
              <a:ext cx="202834" cy="69841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F94E7BC-C5CB-D964-0140-9CA61B687BD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20993" y="2486298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1B17204-3460-DCBA-E8DF-7C9CDAB3B3D2}"/>
                  </a:ext>
                </a:extLst>
              </p14:cNvPr>
              <p14:cNvContentPartPr/>
              <p14:nvPr/>
            </p14:nvContentPartPr>
            <p14:xfrm>
              <a:off x="7722679" y="3703077"/>
              <a:ext cx="238157" cy="3347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1B17204-3460-DCBA-E8DF-7C9CDAB3B3D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713699" y="3694175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42A9B5-A627-72FC-3E70-C7AC04CC3B9B}"/>
                  </a:ext>
                </a:extLst>
              </p14:cNvPr>
              <p14:cNvContentPartPr/>
              <p14:nvPr/>
            </p14:nvContentPartPr>
            <p14:xfrm>
              <a:off x="7713912" y="3565288"/>
              <a:ext cx="227123" cy="125896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42A9B5-A627-72FC-3E70-C7AC04CC3B9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04928" y="3556321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4A869E9-5D5D-568E-3C79-91A94DBE4FA3}"/>
                  </a:ext>
                </a:extLst>
              </p14:cNvPr>
              <p14:cNvContentPartPr/>
              <p14:nvPr/>
            </p14:nvContentPartPr>
            <p14:xfrm>
              <a:off x="7670995" y="4101579"/>
              <a:ext cx="230244" cy="93024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4A869E9-5D5D-568E-3C79-91A94DBE4FA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662015" y="4092600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B5733A8-F787-AA44-7082-0C34BE19DEC9}"/>
                  </a:ext>
                </a:extLst>
              </p14:cNvPr>
              <p14:cNvContentPartPr/>
              <p14:nvPr/>
            </p14:nvContentPartPr>
            <p14:xfrm>
              <a:off x="7662352" y="4097599"/>
              <a:ext cx="42272" cy="239738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B5733A8-F787-AA44-7082-0C34BE19DEC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653396" y="4088613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5055CAD-7A67-B499-E819-CF565A766042}"/>
                  </a:ext>
                </a:extLst>
              </p14:cNvPr>
              <p14:cNvContentPartPr/>
              <p14:nvPr/>
            </p14:nvContentPartPr>
            <p14:xfrm>
              <a:off x="11211277" y="2830448"/>
              <a:ext cx="50009" cy="283618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5055CAD-7A67-B499-E819-CF565A76604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202347" y="2821461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BD620EF-606F-EE4D-0455-54DE2D2F04C5}"/>
                  </a:ext>
                </a:extLst>
              </p14:cNvPr>
              <p14:cNvContentPartPr/>
              <p14:nvPr/>
            </p14:nvContentPartPr>
            <p14:xfrm>
              <a:off x="10961704" y="2829069"/>
              <a:ext cx="294578" cy="107217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BD620EF-606F-EE4D-0455-54DE2D2F04C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952723" y="2820074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50C538F-0A5A-93AF-C819-B945426C085F}"/>
                  </a:ext>
                </a:extLst>
              </p14:cNvPr>
              <p14:cNvContentPartPr/>
              <p14:nvPr/>
            </p14:nvContentPartPr>
            <p14:xfrm>
              <a:off x="9550633" y="4413901"/>
              <a:ext cx="223403" cy="1089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50C538F-0A5A-93AF-C819-B945426C085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541639" y="4404911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AED9DB5-727C-16D9-C0B0-70822FF40616}"/>
                  </a:ext>
                </a:extLst>
              </p14:cNvPr>
              <p14:cNvContentPartPr/>
              <p14:nvPr/>
            </p14:nvContentPartPr>
            <p14:xfrm>
              <a:off x="9766993" y="4407809"/>
              <a:ext cx="15653" cy="223849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AED9DB5-727C-16D9-C0B0-70822FF4061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758297" y="4398826"/>
                <a:ext cx="32697" cy="24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B56250D-6017-A9AB-E6F6-1BAA1EB77DD5}"/>
                  </a:ext>
                </a:extLst>
              </p14:cNvPr>
              <p14:cNvContentPartPr/>
              <p14:nvPr/>
            </p14:nvContentPartPr>
            <p14:xfrm>
              <a:off x="5794806" y="2225922"/>
              <a:ext cx="190619" cy="77015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B56250D-6017-A9AB-E6F6-1BAA1EB77DD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785831" y="2216967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6616B40-A8A6-2E90-80EF-99A2C1793A2C}"/>
                  </a:ext>
                </a:extLst>
              </p14:cNvPr>
              <p14:cNvContentPartPr/>
              <p14:nvPr/>
            </p14:nvContentPartPr>
            <p14:xfrm>
              <a:off x="5799772" y="2310102"/>
              <a:ext cx="174477" cy="40281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6616B40-A8A6-2E90-80EF-99A2C1793A2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790797" y="2301111"/>
                <a:ext cx="192068" cy="579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4729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6E9BE-EBBC-46D3-CA6F-468E5722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pic>
        <p:nvPicPr>
          <p:cNvPr id="7" name="Content Placeholder 6" descr="A diagram of a triangle with circles and lines&#10;&#10;AI-generated content may be incorrect.">
            <a:extLst>
              <a:ext uri="{FF2B5EF4-FFF2-40B4-BE49-F238E27FC236}">
                <a16:creationId xmlns:a16="http://schemas.microsoft.com/office/drawing/2014/main" id="{A417DD7E-0BEF-7AD5-BAA5-D84BFE856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6026" y="1710641"/>
            <a:ext cx="6957469" cy="41148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ED83B-F832-3F06-2755-C0CC0DED3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7623E-978F-FF4A-A141-94A0EA561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232E2-4640-3E49-3EBE-AC6E54E21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5</a:t>
            </a:fld>
            <a:endParaRPr lang="en-US"/>
          </a:p>
        </p:txBody>
      </p:sp>
      <p:pic>
        <p:nvPicPr>
          <p:cNvPr id="9" name="Picture 8" descr="A group of black letters&#10;&#10;AI-generated content may be incorrect.">
            <a:extLst>
              <a:ext uri="{FF2B5EF4-FFF2-40B4-BE49-F238E27FC236}">
                <a16:creationId xmlns:a16="http://schemas.microsoft.com/office/drawing/2014/main" id="{4410D8E9-8C59-1E59-8BFA-4B16C117A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303" y="2033166"/>
            <a:ext cx="1647825" cy="34861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B53124F-DE26-FB36-3DF5-DFDBE542D81A}"/>
                  </a:ext>
                </a:extLst>
              </p14:cNvPr>
              <p14:cNvContentPartPr/>
              <p14:nvPr/>
            </p14:nvContentPartPr>
            <p14:xfrm>
              <a:off x="4972740" y="4985557"/>
              <a:ext cx="274460" cy="58338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B53124F-DE26-FB36-3DF5-DFDBE542D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3759" y="4976609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584DA38-1A2A-038D-DAF2-72DA6820E607}"/>
                  </a:ext>
                </a:extLst>
              </p14:cNvPr>
              <p14:cNvContentPartPr/>
              <p14:nvPr/>
            </p14:nvContentPartPr>
            <p14:xfrm>
              <a:off x="4983170" y="4797839"/>
              <a:ext cx="124574" cy="22473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584DA38-1A2A-038D-DAF2-72DA6820E6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74195" y="4788864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3D249E8-4270-9E74-3F1A-1034228CF6BC}"/>
                  </a:ext>
                </a:extLst>
              </p14:cNvPr>
              <p14:cNvContentPartPr/>
              <p14:nvPr/>
            </p14:nvContentPartPr>
            <p14:xfrm>
              <a:off x="5090421" y="5141045"/>
              <a:ext cx="296332" cy="119726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3D249E8-4270-9E74-3F1A-1034228CF6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81430" y="5132057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14099F7-422C-F1E7-5CF5-16BCA73B6DC5}"/>
                  </a:ext>
                </a:extLst>
              </p14:cNvPr>
              <p14:cNvContentPartPr/>
              <p14:nvPr/>
            </p14:nvContentPartPr>
            <p14:xfrm>
              <a:off x="5080724" y="5260730"/>
              <a:ext cx="297727" cy="74231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14099F7-422C-F1E7-5CF5-16BCA73B6DC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71735" y="5251765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7E6C68B-90AC-5619-6A41-B7692A11DA77}"/>
                  </a:ext>
                </a:extLst>
              </p14:cNvPr>
              <p14:cNvContentPartPr/>
              <p14:nvPr/>
            </p14:nvContentPartPr>
            <p14:xfrm>
              <a:off x="5163241" y="2394969"/>
              <a:ext cx="144534" cy="206416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7E6C68B-90AC-5619-6A41-B7692A11DA7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54253" y="2385979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1863E7B-3D7C-5164-1112-59F4966A6722}"/>
                  </a:ext>
                </a:extLst>
              </p14:cNvPr>
              <p14:cNvContentPartPr/>
              <p14:nvPr/>
            </p14:nvContentPartPr>
            <p14:xfrm>
              <a:off x="5171688" y="2389236"/>
              <a:ext cx="202834" cy="69841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1863E7B-3D7C-5164-1112-59F4966A672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62697" y="2380282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A76AD5-0326-90FB-915C-F0DF65079C63}"/>
                  </a:ext>
                </a:extLst>
              </p14:cNvPr>
              <p14:cNvContentPartPr/>
              <p14:nvPr/>
            </p14:nvContentPartPr>
            <p14:xfrm>
              <a:off x="7096481" y="3529161"/>
              <a:ext cx="238157" cy="3347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6A76AD5-0326-90FB-915C-F0DF65079C6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87501" y="3520259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AFFED86-1D29-BD4D-3206-7C27F66F2CD1}"/>
                  </a:ext>
                </a:extLst>
              </p14:cNvPr>
              <p14:cNvContentPartPr/>
              <p14:nvPr/>
            </p14:nvContentPartPr>
            <p14:xfrm>
              <a:off x="7080169" y="3383827"/>
              <a:ext cx="227123" cy="125896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AFFED86-1D29-BD4D-3206-7C27F66F2CD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71185" y="3374860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616CB79-29DB-3B8D-7A29-9C2A1867AEC2}"/>
                  </a:ext>
                </a:extLst>
              </p14:cNvPr>
              <p14:cNvContentPartPr/>
              <p14:nvPr/>
            </p14:nvContentPartPr>
            <p14:xfrm>
              <a:off x="7052341" y="3905029"/>
              <a:ext cx="230244" cy="93024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616CB79-29DB-3B8D-7A29-9C2A1867AEC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43361" y="3896050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B9A9738-7E7A-BDA0-DE30-108330567CEF}"/>
                  </a:ext>
                </a:extLst>
              </p14:cNvPr>
              <p14:cNvContentPartPr/>
              <p14:nvPr/>
            </p14:nvContentPartPr>
            <p14:xfrm>
              <a:off x="7028609" y="3893504"/>
              <a:ext cx="42272" cy="239738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B9A9738-7E7A-BDA0-DE30-108330567CE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19653" y="3884518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8495C28-16C4-EBA8-5716-8533B1516918}"/>
                  </a:ext>
                </a:extLst>
              </p14:cNvPr>
              <p14:cNvContentPartPr/>
              <p14:nvPr/>
            </p14:nvContentPartPr>
            <p14:xfrm>
              <a:off x="10419098" y="2701799"/>
              <a:ext cx="50009" cy="283618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8495C28-16C4-EBA8-5716-8533B151691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410168" y="2692812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EB86BFB-0A82-FF7F-D488-3DF012803A81}"/>
                  </a:ext>
                </a:extLst>
              </p14:cNvPr>
              <p14:cNvContentPartPr/>
              <p14:nvPr/>
            </p14:nvContentPartPr>
            <p14:xfrm>
              <a:off x="10169525" y="2700420"/>
              <a:ext cx="294578" cy="107217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EB86BFB-0A82-FF7F-D488-3DF012803A8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60544" y="2691425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D13387C-B603-CCE2-FE53-3F0071B5FCA5}"/>
                  </a:ext>
                </a:extLst>
              </p14:cNvPr>
              <p14:cNvContentPartPr/>
              <p14:nvPr/>
            </p14:nvContentPartPr>
            <p14:xfrm>
              <a:off x="8811266" y="4202261"/>
              <a:ext cx="223403" cy="1089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D13387C-B603-CCE2-FE53-3F0071B5FCA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802272" y="4193271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11733C5-1503-FA72-1A62-BD8F1F7610F8}"/>
                  </a:ext>
                </a:extLst>
              </p14:cNvPr>
              <p14:cNvContentPartPr/>
              <p14:nvPr/>
            </p14:nvContentPartPr>
            <p14:xfrm>
              <a:off x="9027626" y="4196169"/>
              <a:ext cx="15653" cy="223849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11733C5-1503-FA72-1A62-BD8F1F7610F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18930" y="4187186"/>
                <a:ext cx="32697" cy="24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4262124-3819-6389-FB81-469A45116586}"/>
                  </a:ext>
                </a:extLst>
              </p14:cNvPr>
              <p14:cNvContentPartPr/>
              <p14:nvPr/>
            </p14:nvContentPartPr>
            <p14:xfrm>
              <a:off x="4673188" y="4648303"/>
              <a:ext cx="83251" cy="310699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4262124-3819-6389-FB81-469A4511658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64255" y="4639313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52582A6-359F-3F90-FEC5-C5274F1A7306}"/>
                  </a:ext>
                </a:extLst>
              </p14:cNvPr>
              <p14:cNvContentPartPr/>
              <p14:nvPr/>
            </p14:nvContentPartPr>
            <p14:xfrm>
              <a:off x="4756798" y="4603390"/>
              <a:ext cx="91028" cy="339722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52582A6-359F-3F90-FEC5-C5274F1A730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47839" y="4594393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674F7B5-92EF-FA4D-035A-A02FEB363F5C}"/>
                  </a:ext>
                </a:extLst>
              </p14:cNvPr>
              <p14:cNvContentPartPr/>
              <p14:nvPr/>
            </p14:nvContentPartPr>
            <p14:xfrm>
              <a:off x="5251598" y="2157629"/>
              <a:ext cx="190619" cy="77015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674F7B5-92EF-FA4D-035A-A02FEB363F5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242623" y="2148674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C1F1B7D-D149-8019-E154-F42D133146CA}"/>
                  </a:ext>
                </a:extLst>
              </p14:cNvPr>
              <p14:cNvContentPartPr/>
              <p14:nvPr/>
            </p14:nvContentPartPr>
            <p14:xfrm>
              <a:off x="5264109" y="2249354"/>
              <a:ext cx="174477" cy="40281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C1F1B7D-D149-8019-E154-F42D133146C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55134" y="2240363"/>
                <a:ext cx="192068" cy="579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3055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3FE5D-2C38-E8C7-DBA2-352029D6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rectangular box with black letters and numbers&#10;&#10;AI-generated content may be incorrect.">
            <a:extLst>
              <a:ext uri="{FF2B5EF4-FFF2-40B4-BE49-F238E27FC236}">
                <a16:creationId xmlns:a16="http://schemas.microsoft.com/office/drawing/2014/main" id="{1F85366B-E7CA-4991-FA75-1B0DF242B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236" y="2033286"/>
            <a:ext cx="1619250" cy="3505200"/>
          </a:xfrm>
          <a:prstGeom prst="rect">
            <a:avLst/>
          </a:prstGeom>
        </p:spPr>
      </p:pic>
      <p:pic>
        <p:nvPicPr>
          <p:cNvPr id="11" name="Picture 10" descr="A diagram of a network&#10;&#10;AI-generated content may be incorrect.">
            <a:extLst>
              <a:ext uri="{FF2B5EF4-FFF2-40B4-BE49-F238E27FC236}">
                <a16:creationId xmlns:a16="http://schemas.microsoft.com/office/drawing/2014/main" id="{609A0046-D588-EEAC-6A69-DBFE57A05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727" y="1708531"/>
            <a:ext cx="6957229" cy="41161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6C1D73-41A2-C958-252C-91F3A762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BBF86-8CC4-882E-C07D-69ABD31CE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B6EF6-B3D7-63A7-6FA0-BB25BDD3B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6BE7B-C38B-EE25-71EA-A7ADE0CCE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2048BBAB-CF52-1A32-C72D-076A36E389AD}"/>
                  </a:ext>
                </a:extLst>
              </p14:cNvPr>
              <p14:cNvContentPartPr/>
              <p14:nvPr/>
            </p14:nvContentPartPr>
            <p14:xfrm>
              <a:off x="4942562" y="4962923"/>
              <a:ext cx="274460" cy="58338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2048BBAB-CF52-1A32-C72D-076A36E389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33581" y="4953975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EEC69EB-FC44-8FB6-BF6F-B4677FD6C3DD}"/>
                  </a:ext>
                </a:extLst>
              </p14:cNvPr>
              <p14:cNvContentPartPr/>
              <p14:nvPr/>
            </p14:nvContentPartPr>
            <p14:xfrm>
              <a:off x="4952992" y="4775205"/>
              <a:ext cx="124574" cy="224738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EEC69EB-FC44-8FB6-BF6F-B4677FD6C3D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44017" y="4766230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8AABD26-C53D-CF97-5072-192A129472D9}"/>
                  </a:ext>
                </a:extLst>
              </p14:cNvPr>
              <p14:cNvContentPartPr/>
              <p14:nvPr/>
            </p14:nvContentPartPr>
            <p14:xfrm>
              <a:off x="5040952" y="5147348"/>
              <a:ext cx="296332" cy="119726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8AABD26-C53D-CF97-5072-192A129472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31961" y="5138360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29068B7-9005-F831-723C-2101C7809DBD}"/>
                  </a:ext>
                </a:extLst>
              </p14:cNvPr>
              <p14:cNvContentPartPr/>
              <p14:nvPr/>
            </p14:nvContentPartPr>
            <p14:xfrm>
              <a:off x="5031255" y="5276679"/>
              <a:ext cx="297727" cy="74231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29068B7-9005-F831-723C-2101C7809D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22266" y="5267714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E35AA9C-A3CB-E27D-E5E3-5F76B6640DD9}"/>
                  </a:ext>
                </a:extLst>
              </p14:cNvPr>
              <p14:cNvContentPartPr/>
              <p14:nvPr/>
            </p14:nvContentPartPr>
            <p14:xfrm>
              <a:off x="5095340" y="2327068"/>
              <a:ext cx="144534" cy="206416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E35AA9C-A3CB-E27D-E5E3-5F76B6640DD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86352" y="2318078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CB4A2F8-3CE6-A425-CD56-1DA6602D4D3C}"/>
                  </a:ext>
                </a:extLst>
              </p14:cNvPr>
              <p14:cNvContentPartPr/>
              <p14:nvPr/>
            </p14:nvContentPartPr>
            <p14:xfrm>
              <a:off x="5103787" y="2321335"/>
              <a:ext cx="202834" cy="69841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CB4A2F8-3CE6-A425-CD56-1DA6602D4D3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94796" y="2312381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90A06A3-8AC9-1429-6AB5-A0BB2B4A7A4C}"/>
                  </a:ext>
                </a:extLst>
              </p14:cNvPr>
              <p14:cNvContentPartPr/>
              <p14:nvPr/>
            </p14:nvContentPartPr>
            <p14:xfrm>
              <a:off x="7058758" y="3498982"/>
              <a:ext cx="238157" cy="3347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90A06A3-8AC9-1429-6AB5-A0BB2B4A7A4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49778" y="3490080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A62B48B-8290-05F1-F8DA-12C1A1F61767}"/>
                  </a:ext>
                </a:extLst>
              </p14:cNvPr>
              <p14:cNvContentPartPr/>
              <p14:nvPr/>
            </p14:nvContentPartPr>
            <p14:xfrm>
              <a:off x="7049991" y="3361193"/>
              <a:ext cx="227123" cy="125896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A62B48B-8290-05F1-F8DA-12C1A1F617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41007" y="3352226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9D59219-D634-15F2-4C5E-32CCDDD812C5}"/>
                  </a:ext>
                </a:extLst>
              </p14:cNvPr>
              <p14:cNvContentPartPr/>
              <p14:nvPr/>
            </p14:nvContentPartPr>
            <p14:xfrm>
              <a:off x="7022163" y="3882395"/>
              <a:ext cx="230244" cy="93024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9D59219-D634-15F2-4C5E-32CCDDD812C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13183" y="3873416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FC9D630-C2D7-1050-143B-FE91441C6CF9}"/>
                  </a:ext>
                </a:extLst>
              </p14:cNvPr>
              <p14:cNvContentPartPr/>
              <p14:nvPr/>
            </p14:nvContentPartPr>
            <p14:xfrm>
              <a:off x="7017722" y="3880516"/>
              <a:ext cx="42272" cy="239738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FC9D630-C2D7-1050-143B-FE91441C6CF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08766" y="3871530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CF3F8CB1-B272-014D-508D-30F6CCAF1B70}"/>
                  </a:ext>
                </a:extLst>
              </p14:cNvPr>
              <p14:cNvContentPartPr/>
              <p14:nvPr/>
            </p14:nvContentPartPr>
            <p14:xfrm>
              <a:off x="10486999" y="2633898"/>
              <a:ext cx="50009" cy="283618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CF3F8CB1-B272-014D-508D-30F6CCAF1B7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478069" y="2624911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3A4B3BD-B2A8-6C7F-CB3C-36D56ED17007}"/>
                  </a:ext>
                </a:extLst>
              </p14:cNvPr>
              <p14:cNvContentPartPr/>
              <p14:nvPr/>
            </p14:nvContentPartPr>
            <p14:xfrm>
              <a:off x="10237426" y="2632519"/>
              <a:ext cx="294578" cy="107217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3A4B3BD-B2A8-6C7F-CB3C-36D56ED1700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8445" y="2623524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3FFD3E9-5787-52C5-743B-9DC40AB8C3D1}"/>
                  </a:ext>
                </a:extLst>
              </p14:cNvPr>
              <p14:cNvContentPartPr/>
              <p14:nvPr/>
            </p14:nvContentPartPr>
            <p14:xfrm>
              <a:off x="8848607" y="4189273"/>
              <a:ext cx="223403" cy="1089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3FFD3E9-5787-52C5-743B-9DC40AB8C3D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839613" y="4180283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FFC9BF2-6FE8-94ED-9825-5938FAE302B6}"/>
                  </a:ext>
                </a:extLst>
              </p14:cNvPr>
              <p14:cNvContentPartPr/>
              <p14:nvPr/>
            </p14:nvContentPartPr>
            <p14:xfrm>
              <a:off x="9064967" y="4183181"/>
              <a:ext cx="15653" cy="223849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FFC9BF2-6FE8-94ED-9825-5938FAE302B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56271" y="4174198"/>
                <a:ext cx="32697" cy="24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1BC42D-3E0B-DAA2-5E60-FD2D948F6748}"/>
                  </a:ext>
                </a:extLst>
              </p14:cNvPr>
              <p14:cNvContentPartPr/>
              <p14:nvPr/>
            </p14:nvContentPartPr>
            <p14:xfrm>
              <a:off x="4554290" y="4645342"/>
              <a:ext cx="83251" cy="310699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1BC42D-3E0B-DAA2-5E60-FD2D948F674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545357" y="4636352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7A2EA50-5EB1-EEE4-7A40-31B824CA6356}"/>
                  </a:ext>
                </a:extLst>
              </p14:cNvPr>
              <p14:cNvContentPartPr/>
              <p14:nvPr/>
            </p14:nvContentPartPr>
            <p14:xfrm>
              <a:off x="4637900" y="4600429"/>
              <a:ext cx="91028" cy="339722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7A2EA50-5EB1-EEE4-7A40-31B824CA635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28941" y="4591432"/>
                <a:ext cx="108589" cy="357356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0FCFDE-E17E-41A7-8460-5BB24E88D4A8}"/>
              </a:ext>
            </a:extLst>
          </p:cNvPr>
          <p:cNvCxnSpPr>
            <a:cxnSpLocks/>
          </p:cNvCxnSpPr>
          <p:nvPr/>
        </p:nvCxnSpPr>
        <p:spPr>
          <a:xfrm flipH="1">
            <a:off x="4911577" y="3801676"/>
            <a:ext cx="1495325" cy="1221684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BEA9BA-0965-F4D9-3AE1-DC20C3428358}"/>
              </a:ext>
            </a:extLst>
          </p:cNvPr>
          <p:cNvCxnSpPr>
            <a:cxnSpLocks/>
          </p:cNvCxnSpPr>
          <p:nvPr/>
        </p:nvCxnSpPr>
        <p:spPr>
          <a:xfrm flipH="1">
            <a:off x="4631856" y="2489876"/>
            <a:ext cx="106363" cy="2446673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9C947BD-78B9-D4B3-4B58-2A7972DF0B16}"/>
              </a:ext>
            </a:extLst>
          </p:cNvPr>
          <p:cNvCxnSpPr>
            <a:cxnSpLocks/>
          </p:cNvCxnSpPr>
          <p:nvPr/>
        </p:nvCxnSpPr>
        <p:spPr>
          <a:xfrm flipH="1" flipV="1">
            <a:off x="5027326" y="5235561"/>
            <a:ext cx="2768540" cy="99759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F05E2F1-AFA3-C61B-AE11-008559C63CE9}"/>
                  </a:ext>
                </a:extLst>
              </p14:cNvPr>
              <p14:cNvContentPartPr/>
              <p14:nvPr/>
            </p14:nvContentPartPr>
            <p14:xfrm>
              <a:off x="5176247" y="2051146"/>
              <a:ext cx="190619" cy="77015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F05E2F1-AFA3-C61B-AE11-008559C63CE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67272" y="2042191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126ED60-6E26-9E8D-F352-E59347091412}"/>
                  </a:ext>
                </a:extLst>
              </p14:cNvPr>
              <p14:cNvContentPartPr/>
              <p14:nvPr/>
            </p14:nvContentPartPr>
            <p14:xfrm>
              <a:off x="5188758" y="2142871"/>
              <a:ext cx="174477" cy="40281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126ED60-6E26-9E8D-F352-E5934709141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79783" y="2133880"/>
                <a:ext cx="192068" cy="579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4098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C52E-F155-E0B6-2B93-8AE224DD7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C800DA5E-BA47-3357-EFF0-3B15745AA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606" y="1708169"/>
            <a:ext cx="6957471" cy="4116850"/>
          </a:xfrm>
          <a:prstGeom prst="rect">
            <a:avLst/>
          </a:prstGeom>
        </p:spPr>
      </p:pic>
      <p:pic>
        <p:nvPicPr>
          <p:cNvPr id="15" name="Picture 14" descr="A white rectangular box with black letters and numbers&#10;&#10;AI-generated content may be incorrect.">
            <a:extLst>
              <a:ext uri="{FF2B5EF4-FFF2-40B4-BE49-F238E27FC236}">
                <a16:creationId xmlns:a16="http://schemas.microsoft.com/office/drawing/2014/main" id="{1845A8B6-F9ED-BF0E-21E9-0C6A80E63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236" y="2033286"/>
            <a:ext cx="1619250" cy="350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4A2385-045F-09A9-FB7F-BF8549DE0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100F-9A8A-F06B-D2D9-8E3C9D7D9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E2D4A14-05A4-B661-30FF-79EC64E0769B}"/>
                  </a:ext>
                </a:extLst>
              </p14:cNvPr>
              <p14:cNvContentPartPr/>
              <p14:nvPr/>
            </p14:nvContentPartPr>
            <p14:xfrm>
              <a:off x="4882206" y="5008190"/>
              <a:ext cx="274460" cy="58338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E2D4A14-05A4-B661-30FF-79EC64E076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73225" y="4999242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B16CBEE-6225-74ED-1E29-1036B17BA6D6}"/>
                  </a:ext>
                </a:extLst>
              </p14:cNvPr>
              <p14:cNvContentPartPr/>
              <p14:nvPr/>
            </p14:nvContentPartPr>
            <p14:xfrm>
              <a:off x="4892636" y="4820472"/>
              <a:ext cx="124574" cy="224738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B16CBEE-6225-74ED-1E29-1036B17BA6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83661" y="4811497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6C0B826-9D3F-AE6F-078D-4C1097A96CD9}"/>
                  </a:ext>
                </a:extLst>
              </p14:cNvPr>
              <p14:cNvContentPartPr/>
              <p14:nvPr/>
            </p14:nvContentPartPr>
            <p14:xfrm>
              <a:off x="5025863" y="5185071"/>
              <a:ext cx="296332" cy="119726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6C0B826-9D3F-AE6F-078D-4C1097A96C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16872" y="5176083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8202AC6-AFEE-56EF-C62D-426E5CEE165D}"/>
                  </a:ext>
                </a:extLst>
              </p14:cNvPr>
              <p14:cNvContentPartPr/>
              <p14:nvPr/>
            </p14:nvContentPartPr>
            <p14:xfrm>
              <a:off x="5016166" y="5314402"/>
              <a:ext cx="297727" cy="74231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8202AC6-AFEE-56EF-C62D-426E5CEE16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07177" y="5305437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F10E3B1-22AE-6FBC-1C23-10A0CF1874BE}"/>
                  </a:ext>
                </a:extLst>
              </p14:cNvPr>
              <p14:cNvContentPartPr/>
              <p14:nvPr/>
            </p14:nvContentPartPr>
            <p14:xfrm>
              <a:off x="5065162" y="2327068"/>
              <a:ext cx="144534" cy="206416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F10E3B1-22AE-6FBC-1C23-10A0CF1874B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56174" y="2318078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6DACB91-5CB3-A60F-17A6-1B1F05168CF9}"/>
                  </a:ext>
                </a:extLst>
              </p14:cNvPr>
              <p14:cNvContentPartPr/>
              <p14:nvPr/>
            </p14:nvContentPartPr>
            <p14:xfrm>
              <a:off x="5073609" y="2321335"/>
              <a:ext cx="202834" cy="69841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6DACB91-5CB3-A60F-17A6-1B1F05168CF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64618" y="2312381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90999EE-3475-7E84-FB85-5995BB7D0A8F}"/>
                  </a:ext>
                </a:extLst>
              </p14:cNvPr>
              <p14:cNvContentPartPr/>
              <p14:nvPr/>
            </p14:nvContentPartPr>
            <p14:xfrm>
              <a:off x="7051213" y="3483893"/>
              <a:ext cx="238157" cy="3347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90999EE-3475-7E84-FB85-5995BB7D0A8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42233" y="3474991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D7892EB-46E1-7D5C-8CEA-9454C80E7D2E}"/>
                  </a:ext>
                </a:extLst>
              </p14:cNvPr>
              <p14:cNvContentPartPr/>
              <p14:nvPr/>
            </p14:nvContentPartPr>
            <p14:xfrm>
              <a:off x="7042446" y="3346104"/>
              <a:ext cx="227123" cy="125896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D7892EB-46E1-7D5C-8CEA-9454C80E7D2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33462" y="3337137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F440C97-1E22-C829-7460-3CE761629F0D}"/>
                  </a:ext>
                </a:extLst>
              </p14:cNvPr>
              <p14:cNvContentPartPr/>
              <p14:nvPr/>
            </p14:nvContentPartPr>
            <p14:xfrm>
              <a:off x="6976896" y="3889940"/>
              <a:ext cx="230244" cy="93024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F440C97-1E22-C829-7460-3CE761629F0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67916" y="3880961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669DAD4-34F2-0C5B-EBC4-CCD1BB1C67BF}"/>
                  </a:ext>
                </a:extLst>
              </p14:cNvPr>
              <p14:cNvContentPartPr/>
              <p14:nvPr/>
            </p14:nvContentPartPr>
            <p14:xfrm>
              <a:off x="6972455" y="3888061"/>
              <a:ext cx="42272" cy="239738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669DAD4-34F2-0C5B-EBC4-CCD1BB1C67B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63499" y="3879075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E49475B-FAD1-BD98-DEA3-36A6B51CC79E}"/>
                  </a:ext>
                </a:extLst>
              </p14:cNvPr>
              <p14:cNvContentPartPr/>
              <p14:nvPr/>
            </p14:nvContentPartPr>
            <p14:xfrm>
              <a:off x="10486999" y="2633898"/>
              <a:ext cx="50009" cy="283618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E49475B-FAD1-BD98-DEA3-36A6B51CC79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478069" y="2624911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47C4007-FC58-18D4-2E77-00A2E6704265}"/>
                  </a:ext>
                </a:extLst>
              </p14:cNvPr>
              <p14:cNvContentPartPr/>
              <p14:nvPr/>
            </p14:nvContentPartPr>
            <p14:xfrm>
              <a:off x="10237426" y="2632519"/>
              <a:ext cx="294578" cy="107217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47C4007-FC58-18D4-2E77-00A2E670426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28445" y="2623524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02D75F5-0220-6D35-55C8-3A817692F057}"/>
                  </a:ext>
                </a:extLst>
              </p14:cNvPr>
              <p14:cNvContentPartPr/>
              <p14:nvPr/>
            </p14:nvContentPartPr>
            <p14:xfrm>
              <a:off x="8848607" y="4189273"/>
              <a:ext cx="223403" cy="1089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02D75F5-0220-6D35-55C8-3A817692F05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839613" y="4180283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6389973-502A-BD83-79FF-74494E6DD65C}"/>
                  </a:ext>
                </a:extLst>
              </p14:cNvPr>
              <p14:cNvContentPartPr/>
              <p14:nvPr/>
            </p14:nvContentPartPr>
            <p14:xfrm>
              <a:off x="9064967" y="4183181"/>
              <a:ext cx="15653" cy="223849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6389973-502A-BD83-79FF-74494E6DD65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56271" y="4174198"/>
                <a:ext cx="32697" cy="24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6F4246A-E03F-E3FB-E496-56DBBB1DEF90}"/>
                  </a:ext>
                </a:extLst>
              </p14:cNvPr>
              <p14:cNvContentPartPr/>
              <p14:nvPr/>
            </p14:nvContentPartPr>
            <p14:xfrm>
              <a:off x="4531656" y="4645342"/>
              <a:ext cx="83251" cy="310699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6F4246A-E03F-E3FB-E496-56DBBB1DEF9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522723" y="4636352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FAE5036-A14D-9DD5-8A88-EA7FB72F033A}"/>
                  </a:ext>
                </a:extLst>
              </p14:cNvPr>
              <p14:cNvContentPartPr/>
              <p14:nvPr/>
            </p14:nvContentPartPr>
            <p14:xfrm>
              <a:off x="4615266" y="4600429"/>
              <a:ext cx="91028" cy="339722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FAE5036-A14D-9DD5-8A88-EA7FB72F033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06307" y="4591432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6847AFB-C997-53C3-0A7E-BF0DE2D5227D}"/>
                  </a:ext>
                </a:extLst>
              </p14:cNvPr>
              <p14:cNvContentPartPr/>
              <p14:nvPr/>
            </p14:nvContentPartPr>
            <p14:xfrm>
              <a:off x="5145974" y="2044461"/>
              <a:ext cx="190619" cy="77015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6847AFB-C997-53C3-0A7E-BF0DE2D5227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36999" y="2035506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9C10BED-C967-52DC-C6B6-6A734BD45DE2}"/>
                  </a:ext>
                </a:extLst>
              </p14:cNvPr>
              <p14:cNvContentPartPr/>
              <p14:nvPr/>
            </p14:nvContentPartPr>
            <p14:xfrm>
              <a:off x="5158485" y="2136186"/>
              <a:ext cx="174477" cy="40281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9C10BED-C967-52DC-C6B6-6A734BD45DE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49510" y="2127195"/>
                <a:ext cx="192068" cy="579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6082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8EEB-CF9F-4867-CCE0-2FA531D8D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rectangular box with black letters and numbers&#10;&#10;AI-generated content may be incorrect.">
            <a:extLst>
              <a:ext uri="{FF2B5EF4-FFF2-40B4-BE49-F238E27FC236}">
                <a16:creationId xmlns:a16="http://schemas.microsoft.com/office/drawing/2014/main" id="{33528683-DD98-FA2C-3891-083CFBF0A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577" y="2052336"/>
            <a:ext cx="1581150" cy="3467100"/>
          </a:xfrm>
          <a:prstGeom prst="rect">
            <a:avLst/>
          </a:prstGeom>
        </p:spPr>
      </p:pic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E48CFB7A-4EAB-AF8E-F0C1-A80D13EF5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244" y="1712932"/>
            <a:ext cx="6958195" cy="41266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713BC52-001E-7B3E-2319-4727B8028D29}"/>
                  </a:ext>
                </a:extLst>
              </p14:cNvPr>
              <p14:cNvContentPartPr/>
              <p14:nvPr/>
            </p14:nvContentPartPr>
            <p14:xfrm>
              <a:off x="5108251" y="2044461"/>
              <a:ext cx="190619" cy="77015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713BC52-001E-7B3E-2319-4727B8028D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99276" y="2035506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484A313-7899-99E6-CECF-F85A1EFB1075}"/>
                  </a:ext>
                </a:extLst>
              </p14:cNvPr>
              <p14:cNvContentPartPr/>
              <p14:nvPr/>
            </p14:nvContentPartPr>
            <p14:xfrm>
              <a:off x="5120762" y="2136186"/>
              <a:ext cx="174477" cy="40281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484A313-7899-99E6-CECF-F85A1EFB10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11787" y="2127195"/>
                <a:ext cx="192068" cy="57904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E44F039-89B6-06EE-8F4E-2AE15E72F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467D9-8024-F664-C63D-A696E4A7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160D9-5420-F86B-A25A-F09722904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2AF91-8277-DFD8-909E-10B14DE7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EFDA593-B29D-9F9F-A2D2-8CF12BF9E346}"/>
                  </a:ext>
                </a:extLst>
              </p14:cNvPr>
              <p14:cNvContentPartPr/>
              <p14:nvPr/>
            </p14:nvContentPartPr>
            <p14:xfrm>
              <a:off x="4852028" y="5015735"/>
              <a:ext cx="274460" cy="58338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EFDA593-B29D-9F9F-A2D2-8CF12BF9E34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43047" y="5006787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BF41C3F-0990-F108-BB7C-D5453006F557}"/>
                  </a:ext>
                </a:extLst>
              </p14:cNvPr>
              <p14:cNvContentPartPr/>
              <p14:nvPr/>
            </p14:nvContentPartPr>
            <p14:xfrm>
              <a:off x="4862458" y="4828017"/>
              <a:ext cx="124574" cy="22473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BF41C3F-0990-F108-BB7C-D5453006F55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53483" y="4819042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05FB1A5-F8CC-17F0-22DF-DFAB44432604}"/>
                  </a:ext>
                </a:extLst>
              </p14:cNvPr>
              <p14:cNvContentPartPr/>
              <p14:nvPr/>
            </p14:nvContentPartPr>
            <p14:xfrm>
              <a:off x="4988140" y="5200160"/>
              <a:ext cx="296332" cy="119726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05FB1A5-F8CC-17F0-22DF-DFAB4443260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79149" y="5191172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B1FC06B-F1FD-5131-4B2E-FCBAB15F924E}"/>
                  </a:ext>
                </a:extLst>
              </p14:cNvPr>
              <p14:cNvContentPartPr/>
              <p14:nvPr/>
            </p14:nvContentPartPr>
            <p14:xfrm>
              <a:off x="4978443" y="5329491"/>
              <a:ext cx="297727" cy="74231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B1FC06B-F1FD-5131-4B2E-FCBAB15F924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69454" y="5320526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599A475-7BD6-330A-088D-AE381C88B0E2}"/>
                  </a:ext>
                </a:extLst>
              </p14:cNvPr>
              <p14:cNvContentPartPr/>
              <p14:nvPr/>
            </p14:nvContentPartPr>
            <p14:xfrm>
              <a:off x="5050073" y="2334613"/>
              <a:ext cx="144534" cy="206416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599A475-7BD6-330A-088D-AE381C88B0E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41085" y="2325623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EE92669-3479-425C-D63C-CE963E23B746}"/>
                  </a:ext>
                </a:extLst>
              </p14:cNvPr>
              <p14:cNvContentPartPr/>
              <p14:nvPr/>
            </p14:nvContentPartPr>
            <p14:xfrm>
              <a:off x="5058520" y="2328880"/>
              <a:ext cx="202834" cy="69841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EE92669-3479-425C-D63C-CE963E23B74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49529" y="2319926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EF4DA8A-6897-8807-8C16-03E8992681B7}"/>
                  </a:ext>
                </a:extLst>
              </p14:cNvPr>
              <p14:cNvContentPartPr/>
              <p14:nvPr/>
            </p14:nvContentPartPr>
            <p14:xfrm>
              <a:off x="7051213" y="3491438"/>
              <a:ext cx="238157" cy="3347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EF4DA8A-6897-8807-8C16-03E8992681B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42233" y="3482536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0D98890-CB5E-4ED0-5DBC-4FC552E6C4B0}"/>
                  </a:ext>
                </a:extLst>
              </p14:cNvPr>
              <p14:cNvContentPartPr/>
              <p14:nvPr/>
            </p14:nvContentPartPr>
            <p14:xfrm>
              <a:off x="7042446" y="3353649"/>
              <a:ext cx="227123" cy="125896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0D98890-CB5E-4ED0-5DBC-4FC552E6C4B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33462" y="3344682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0B483BE-702C-F82B-A739-EC4AD137C8D1}"/>
                  </a:ext>
                </a:extLst>
              </p14:cNvPr>
              <p14:cNvContentPartPr/>
              <p14:nvPr/>
            </p14:nvContentPartPr>
            <p14:xfrm>
              <a:off x="6954262" y="3897485"/>
              <a:ext cx="230244" cy="93024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0B483BE-702C-F82B-A739-EC4AD137C8D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45282" y="3888506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AFC60F4-5031-E614-1D02-F7388AFC2B6C}"/>
                  </a:ext>
                </a:extLst>
              </p14:cNvPr>
              <p14:cNvContentPartPr/>
              <p14:nvPr/>
            </p14:nvContentPartPr>
            <p14:xfrm>
              <a:off x="6949821" y="3895606"/>
              <a:ext cx="42272" cy="239738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AFC60F4-5031-E614-1D02-F7388AFC2B6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40865" y="3886620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ECBE2F9-0367-8E0E-D341-67AD9BAEC496}"/>
                  </a:ext>
                </a:extLst>
              </p14:cNvPr>
              <p14:cNvContentPartPr/>
              <p14:nvPr/>
            </p14:nvContentPartPr>
            <p14:xfrm>
              <a:off x="10486999" y="2633898"/>
              <a:ext cx="50009" cy="283618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ECBE2F9-0367-8E0E-D341-67AD9BAEC49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478069" y="2624911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5D0F4CD-42E4-96B0-756E-27456AD27A4E}"/>
                  </a:ext>
                </a:extLst>
              </p14:cNvPr>
              <p14:cNvContentPartPr/>
              <p14:nvPr/>
            </p14:nvContentPartPr>
            <p14:xfrm>
              <a:off x="10237426" y="2632519"/>
              <a:ext cx="294578" cy="107217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5D0F4CD-42E4-96B0-756E-27456AD27A4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28445" y="2623524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891D31A-2F8D-C598-5F2B-E9697C3C3ADF}"/>
                  </a:ext>
                </a:extLst>
              </p14:cNvPr>
              <p14:cNvContentPartPr/>
              <p14:nvPr/>
            </p14:nvContentPartPr>
            <p14:xfrm>
              <a:off x="8848607" y="4189273"/>
              <a:ext cx="223403" cy="1089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891D31A-2F8D-C598-5F2B-E9697C3C3AD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39613" y="4180283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C8529B6-1E0E-6EED-5BDF-952B279F6777}"/>
                  </a:ext>
                </a:extLst>
              </p14:cNvPr>
              <p14:cNvContentPartPr/>
              <p14:nvPr/>
            </p14:nvContentPartPr>
            <p14:xfrm>
              <a:off x="9064967" y="4183181"/>
              <a:ext cx="15653" cy="223849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C8529B6-1E0E-6EED-5BDF-952B279F677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056271" y="4174198"/>
                <a:ext cx="32697" cy="24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45B841C-C44B-4985-E70E-7F93C13C0A3D}"/>
                  </a:ext>
                </a:extLst>
              </p14:cNvPr>
              <p14:cNvContentPartPr/>
              <p14:nvPr/>
            </p14:nvContentPartPr>
            <p14:xfrm>
              <a:off x="4501478" y="4645342"/>
              <a:ext cx="83251" cy="310699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45B841C-C44B-4985-E70E-7F93C13C0A3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492545" y="4636352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72967BD-EA8E-D9F6-5DC2-BAC5AB6224A0}"/>
                  </a:ext>
                </a:extLst>
              </p14:cNvPr>
              <p14:cNvContentPartPr/>
              <p14:nvPr/>
            </p14:nvContentPartPr>
            <p14:xfrm>
              <a:off x="4585088" y="4600429"/>
              <a:ext cx="91028" cy="339722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72967BD-EA8E-D9F6-5DC2-BAC5AB6224A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76129" y="4591432"/>
                <a:ext cx="108589" cy="357356"/>
              </a:xfrm>
              <a:prstGeom prst="rect">
                <a:avLst/>
              </a:prstGeom>
            </p:spPr>
          </p:pic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9CAC924-035E-8FBA-24F2-053FDB5155D6}"/>
              </a:ext>
            </a:extLst>
          </p:cNvPr>
          <p:cNvCxnSpPr>
            <a:cxnSpLocks/>
          </p:cNvCxnSpPr>
          <p:nvPr/>
        </p:nvCxnSpPr>
        <p:spPr>
          <a:xfrm flipH="1" flipV="1">
            <a:off x="5115567" y="2110779"/>
            <a:ext cx="5232841" cy="170714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065D6DB-087F-4915-54B4-7108E13B2F76}"/>
              </a:ext>
            </a:extLst>
          </p:cNvPr>
          <p:cNvCxnSpPr>
            <a:cxnSpLocks/>
          </p:cNvCxnSpPr>
          <p:nvPr/>
        </p:nvCxnSpPr>
        <p:spPr>
          <a:xfrm>
            <a:off x="5037043" y="2311670"/>
            <a:ext cx="1361100" cy="1096772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5EF7FBC-79F4-7A4D-3454-B3C79CDAB83A}"/>
              </a:ext>
            </a:extLst>
          </p:cNvPr>
          <p:cNvCxnSpPr>
            <a:cxnSpLocks/>
          </p:cNvCxnSpPr>
          <p:nvPr/>
        </p:nvCxnSpPr>
        <p:spPr>
          <a:xfrm flipH="1">
            <a:off x="4572361" y="2522916"/>
            <a:ext cx="102542" cy="246233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614347ED-B872-CF49-97E2-1E362F3BC35C}"/>
              </a:ext>
            </a:extLst>
          </p:cNvPr>
          <p:cNvSpPr/>
          <p:nvPr/>
        </p:nvSpPr>
        <p:spPr>
          <a:xfrm>
            <a:off x="4174768" y="4960702"/>
            <a:ext cx="802962" cy="771645"/>
          </a:xfrm>
          <a:prstGeom prst="ellipse">
            <a:avLst/>
          </a:prstGeom>
          <a:solidFill>
            <a:srgbClr val="5FCAC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latin typeface="Avenir Next LT Pro"/>
                <a:ea typeface="Avenir Next LT Pro"/>
                <a:cs typeface="Avenir Next LT Pro"/>
              </a:rPr>
              <a:t>​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89F710-2AD1-E0F8-9842-042C354825E1}"/>
              </a:ext>
            </a:extLst>
          </p:cNvPr>
          <p:cNvSpPr txBox="1"/>
          <p:nvPr/>
        </p:nvSpPr>
        <p:spPr>
          <a:xfrm>
            <a:off x="4428077" y="5153587"/>
            <a:ext cx="2826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/>
              <a:t>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21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E30AE-4B1D-638D-703C-3F12574A3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2A9780FF-F834-020D-0377-B237E2084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669" y="1718056"/>
            <a:ext cx="7186915" cy="4116369"/>
          </a:xfrm>
          <a:prstGeom prst="rect">
            <a:avLst/>
          </a:prstGeom>
        </p:spPr>
      </p:pic>
      <p:pic>
        <p:nvPicPr>
          <p:cNvPr id="8" name="Picture 7" descr="A white rectangular box with black letters and numbers&#10;&#10;AI-generated content may be incorrect.">
            <a:extLst>
              <a:ext uri="{FF2B5EF4-FFF2-40B4-BE49-F238E27FC236}">
                <a16:creationId xmlns:a16="http://schemas.microsoft.com/office/drawing/2014/main" id="{33A3E134-85D6-200A-2F65-F77BD6E40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77" y="2052336"/>
            <a:ext cx="1581150" cy="3467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586C36-C298-8C75-E267-4CA716F8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5EAA9-F0A9-E7F9-A2ED-9372492EB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D0046-3A1F-85B2-2283-68202492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4A096-796A-CDD7-56C0-7F3C5E39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DD254BD-B219-1C13-B289-632DF8481F6A}"/>
                  </a:ext>
                </a:extLst>
              </p14:cNvPr>
              <p14:cNvContentPartPr/>
              <p14:nvPr/>
            </p14:nvContentPartPr>
            <p14:xfrm>
              <a:off x="4814305" y="5038369"/>
              <a:ext cx="274460" cy="58338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DD254BD-B219-1C13-B289-632DF8481F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05324" y="5029421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3DA7B4F-B24D-FEAB-FFAA-E285C37D600A}"/>
                  </a:ext>
                </a:extLst>
              </p14:cNvPr>
              <p14:cNvContentPartPr/>
              <p14:nvPr/>
            </p14:nvContentPartPr>
            <p14:xfrm>
              <a:off x="4824735" y="4850651"/>
              <a:ext cx="124574" cy="22473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3DA7B4F-B24D-FEAB-FFAA-E285C37D60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15760" y="4841676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2FF29AE-2376-6B60-6FD1-FDDAD162492F}"/>
                  </a:ext>
                </a:extLst>
              </p14:cNvPr>
              <p14:cNvContentPartPr/>
              <p14:nvPr/>
            </p14:nvContentPartPr>
            <p14:xfrm>
              <a:off x="4950417" y="5222794"/>
              <a:ext cx="296332" cy="119726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2FF29AE-2376-6B60-6FD1-FDDAD16249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41426" y="5213806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6A889CA-0726-154C-F06C-510DA2AA69F9}"/>
                  </a:ext>
                </a:extLst>
              </p14:cNvPr>
              <p14:cNvContentPartPr/>
              <p14:nvPr/>
            </p14:nvContentPartPr>
            <p14:xfrm>
              <a:off x="4940720" y="5352125"/>
              <a:ext cx="297727" cy="74231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6A889CA-0726-154C-F06C-510DA2AA69F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31731" y="5343160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5E1FA93-985C-1570-8F37-202258EB43E8}"/>
                  </a:ext>
                </a:extLst>
              </p14:cNvPr>
              <p14:cNvContentPartPr/>
              <p14:nvPr/>
            </p14:nvContentPartPr>
            <p14:xfrm>
              <a:off x="4982172" y="2379881"/>
              <a:ext cx="144534" cy="206416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5E1FA93-985C-1570-8F37-202258EB43E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73184" y="2370891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2D15885-1B36-A6C2-911B-BEB048F06DFC}"/>
                  </a:ext>
                </a:extLst>
              </p14:cNvPr>
              <p14:cNvContentPartPr/>
              <p14:nvPr/>
            </p14:nvContentPartPr>
            <p14:xfrm>
              <a:off x="4990619" y="2374148"/>
              <a:ext cx="202834" cy="69841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2D15885-1B36-A6C2-911B-BEB048F06DF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81628" y="2365194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22AABDD-B64B-491C-6449-D453005BDD72}"/>
                  </a:ext>
                </a:extLst>
              </p14:cNvPr>
              <p14:cNvContentPartPr/>
              <p14:nvPr/>
            </p14:nvContentPartPr>
            <p14:xfrm>
              <a:off x="7013490" y="3536706"/>
              <a:ext cx="238157" cy="3347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22AABDD-B64B-491C-6449-D453005BDD7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04510" y="3527804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A045E4F-957A-F036-B59B-D31C6C457E9F}"/>
                  </a:ext>
                </a:extLst>
              </p14:cNvPr>
              <p14:cNvContentPartPr/>
              <p14:nvPr/>
            </p14:nvContentPartPr>
            <p14:xfrm>
              <a:off x="7004723" y="3398917"/>
              <a:ext cx="227123" cy="125896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A045E4F-957A-F036-B59B-D31C6C457E9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95739" y="3389950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FD888F7-C646-5E05-33B8-DF3EDBA38673}"/>
                  </a:ext>
                </a:extLst>
              </p14:cNvPr>
              <p14:cNvContentPartPr/>
              <p14:nvPr/>
            </p14:nvContentPartPr>
            <p14:xfrm>
              <a:off x="6916539" y="3950297"/>
              <a:ext cx="230244" cy="93024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FD888F7-C646-5E05-33B8-DF3EDBA3867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07559" y="3941318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29D4211-457A-8618-8BBF-85BFDF504AFD}"/>
                  </a:ext>
                </a:extLst>
              </p14:cNvPr>
              <p14:cNvContentPartPr/>
              <p14:nvPr/>
            </p14:nvContentPartPr>
            <p14:xfrm>
              <a:off x="6912098" y="3948418"/>
              <a:ext cx="42272" cy="239738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29D4211-457A-8618-8BBF-85BFDF504AF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03142" y="3939432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6C10210-5DC4-5F1D-91CD-3341D2894373}"/>
                  </a:ext>
                </a:extLst>
              </p14:cNvPr>
              <p14:cNvContentPartPr/>
              <p14:nvPr/>
            </p14:nvContentPartPr>
            <p14:xfrm>
              <a:off x="10456821" y="2686710"/>
              <a:ext cx="50009" cy="283618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6C10210-5DC4-5F1D-91CD-3341D289437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447891" y="2677723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38A622A-82BE-B195-1305-4A0D3AB283EF}"/>
                  </a:ext>
                </a:extLst>
              </p14:cNvPr>
              <p14:cNvContentPartPr/>
              <p14:nvPr/>
            </p14:nvContentPartPr>
            <p14:xfrm>
              <a:off x="10207248" y="2685331"/>
              <a:ext cx="294578" cy="107217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38A622A-82BE-B195-1305-4A0D3AB283E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98267" y="2676336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3D1E39A-05A9-F7D6-C99D-6FFAE9D42EB3}"/>
                  </a:ext>
                </a:extLst>
              </p14:cNvPr>
              <p14:cNvContentPartPr/>
              <p14:nvPr/>
            </p14:nvContentPartPr>
            <p14:xfrm>
              <a:off x="8803339" y="4234541"/>
              <a:ext cx="223403" cy="1089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3D1E39A-05A9-F7D6-C99D-6FFAE9D42EB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94345" y="4225551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28AD959-6E08-DED8-6033-F4647B91BA90}"/>
                  </a:ext>
                </a:extLst>
              </p14:cNvPr>
              <p14:cNvContentPartPr/>
              <p14:nvPr/>
            </p14:nvContentPartPr>
            <p14:xfrm>
              <a:off x="9019699" y="4228449"/>
              <a:ext cx="15653" cy="223849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28AD959-6E08-DED8-6033-F4647B91BA9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11003" y="4219466"/>
                <a:ext cx="32697" cy="24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E698349-8CC5-CEFC-9834-26AC4B865BFD}"/>
                  </a:ext>
                </a:extLst>
              </p14:cNvPr>
              <p14:cNvContentPartPr/>
              <p14:nvPr/>
            </p14:nvContentPartPr>
            <p14:xfrm>
              <a:off x="4456210" y="4683065"/>
              <a:ext cx="83251" cy="310699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E698349-8CC5-CEFC-9834-26AC4B865BF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47277" y="4674075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8CA861D-5438-02EE-16F2-BDD9E8638A70}"/>
                  </a:ext>
                </a:extLst>
              </p14:cNvPr>
              <p14:cNvContentPartPr/>
              <p14:nvPr/>
            </p14:nvContentPartPr>
            <p14:xfrm>
              <a:off x="4539820" y="4638152"/>
              <a:ext cx="91028" cy="339722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8CA861D-5438-02EE-16F2-BDD9E8638A7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530861" y="4629155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8500A4C-2A36-B6FE-43CE-52F51A5F8DE3}"/>
                  </a:ext>
                </a:extLst>
              </p14:cNvPr>
              <p14:cNvContentPartPr/>
              <p14:nvPr/>
            </p14:nvContentPartPr>
            <p14:xfrm>
              <a:off x="5047894" y="2104817"/>
              <a:ext cx="190619" cy="77015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8500A4C-2A36-B6FE-43CE-52F51A5F8DE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38919" y="2095862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6747218-8EF5-8C58-23A6-FA0A9E9370FE}"/>
                  </a:ext>
                </a:extLst>
              </p14:cNvPr>
              <p14:cNvContentPartPr/>
              <p14:nvPr/>
            </p14:nvContentPartPr>
            <p14:xfrm>
              <a:off x="5060405" y="2196542"/>
              <a:ext cx="174477" cy="40281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6747218-8EF5-8C58-23A6-FA0A9E9370F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51430" y="2187551"/>
                <a:ext cx="192068" cy="579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3072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14531-01C6-D2CE-0B2B-1B637F14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rectangular box with black letters&#10;&#10;AI-generated content may be incorrect.">
            <a:extLst>
              <a:ext uri="{FF2B5EF4-FFF2-40B4-BE49-F238E27FC236}">
                <a16:creationId xmlns:a16="http://schemas.microsoft.com/office/drawing/2014/main" id="{DBA01A94-B2C3-A591-1E87-346C96B97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814" y="2085915"/>
            <a:ext cx="1590675" cy="3438525"/>
          </a:xfrm>
          <a:prstGeom prst="rect">
            <a:avLst/>
          </a:prstGeom>
        </p:spPr>
      </p:pic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07FB1E66-38F1-286A-9DED-4F60333A6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343" y="1717815"/>
            <a:ext cx="7189566" cy="41168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E57990D-6FAE-C915-C213-4D90B6B7ED16}"/>
                  </a:ext>
                </a:extLst>
              </p14:cNvPr>
              <p14:cNvContentPartPr/>
              <p14:nvPr/>
            </p14:nvContentPartPr>
            <p14:xfrm>
              <a:off x="4655869" y="5045914"/>
              <a:ext cx="274460" cy="58338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E57990D-6FAE-C915-C213-4D90B6B7ED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6888" y="5036966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232C042-6B67-91AA-47B1-10F6CB78273A}"/>
                  </a:ext>
                </a:extLst>
              </p14:cNvPr>
              <p14:cNvContentPartPr/>
              <p14:nvPr/>
            </p14:nvContentPartPr>
            <p14:xfrm>
              <a:off x="4666299" y="4858196"/>
              <a:ext cx="124574" cy="224738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232C042-6B67-91AA-47B1-10F6CB7827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57324" y="4849221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AA88FDB-88D5-902C-5ACA-F76C646E36C5}"/>
                  </a:ext>
                </a:extLst>
              </p14:cNvPr>
              <p14:cNvContentPartPr/>
              <p14:nvPr/>
            </p14:nvContentPartPr>
            <p14:xfrm>
              <a:off x="6915411" y="3551796"/>
              <a:ext cx="238157" cy="3347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AA88FDB-88D5-902C-5ACA-F76C646E36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06431" y="3542894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B38FBD6-482E-2BFE-E0F9-89A3A28A94E8}"/>
                  </a:ext>
                </a:extLst>
              </p14:cNvPr>
              <p14:cNvContentPartPr/>
              <p14:nvPr/>
            </p14:nvContentPartPr>
            <p14:xfrm>
              <a:off x="6906644" y="3414007"/>
              <a:ext cx="227123" cy="125896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B38FBD6-482E-2BFE-E0F9-89A3A28A94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97660" y="3405040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7D36791-5615-5DA0-7558-52549E387960}"/>
                  </a:ext>
                </a:extLst>
              </p14:cNvPr>
              <p14:cNvContentPartPr/>
              <p14:nvPr/>
            </p14:nvContentPartPr>
            <p14:xfrm>
              <a:off x="6833549" y="3950297"/>
              <a:ext cx="230244" cy="93024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7D36791-5615-5DA0-7558-52549E38796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24569" y="3941318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5E5E28E-2B9B-8BE0-7BC6-CFD4F433E6AE}"/>
                  </a:ext>
                </a:extLst>
              </p14:cNvPr>
              <p14:cNvContentPartPr/>
              <p14:nvPr/>
            </p14:nvContentPartPr>
            <p14:xfrm>
              <a:off x="6829108" y="3948418"/>
              <a:ext cx="42272" cy="239738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5E5E28E-2B9B-8BE0-7BC6-CFD4F433E6A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20152" y="3939432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F83139C-A971-F2B8-7663-3BC907872624}"/>
                  </a:ext>
                </a:extLst>
              </p14:cNvPr>
              <p14:cNvContentPartPr/>
              <p14:nvPr/>
            </p14:nvContentPartPr>
            <p14:xfrm>
              <a:off x="4861459" y="2342158"/>
              <a:ext cx="144534" cy="206416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F83139C-A971-F2B8-7663-3BC9078726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52471" y="2333168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6FA076F-DC3D-0795-3844-1D3501218D84}"/>
                  </a:ext>
                </a:extLst>
              </p14:cNvPr>
              <p14:cNvContentPartPr/>
              <p14:nvPr/>
            </p14:nvContentPartPr>
            <p14:xfrm>
              <a:off x="4869906" y="2336425"/>
              <a:ext cx="202834" cy="69841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6FA076F-DC3D-0795-3844-1D3501218D8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60915" y="2327471"/>
                <a:ext cx="220456" cy="87391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45F9B2F-5AA1-7E2A-5379-27AFA0125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7EEC7-99EC-AD64-CF98-3A9FB528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D6FF3-DD81-1675-1338-670139C2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ED381-5A07-866E-61B5-441714B1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10</a:t>
            </a:fld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F852C5-46F3-9AB0-26C7-39FBB1253B93}"/>
              </a:ext>
            </a:extLst>
          </p:cNvPr>
          <p:cNvSpPr/>
          <p:nvPr/>
        </p:nvSpPr>
        <p:spPr>
          <a:xfrm>
            <a:off x="8755269" y="3500019"/>
            <a:ext cx="831897" cy="819872"/>
          </a:xfrm>
          <a:prstGeom prst="ellipse">
            <a:avLst/>
          </a:prstGeom>
          <a:solidFill>
            <a:srgbClr val="FFFE9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3205F7-CDE9-4A00-BF13-631DBCD2C052}"/>
              </a:ext>
            </a:extLst>
          </p:cNvPr>
          <p:cNvSpPr txBox="1"/>
          <p:nvPr/>
        </p:nvSpPr>
        <p:spPr>
          <a:xfrm>
            <a:off x="9001033" y="3727285"/>
            <a:ext cx="2826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/>
              <a:t>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C5CF7B-1417-B361-423F-69C97FAB81B6}"/>
              </a:ext>
            </a:extLst>
          </p:cNvPr>
          <p:cNvCxnSpPr/>
          <p:nvPr/>
        </p:nvCxnSpPr>
        <p:spPr>
          <a:xfrm>
            <a:off x="6783082" y="3878840"/>
            <a:ext cx="1022167" cy="123133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F39C7C-E3C1-3F86-E9EE-DE929D53F3E9}"/>
              </a:ext>
            </a:extLst>
          </p:cNvPr>
          <p:cNvCxnSpPr/>
          <p:nvPr/>
        </p:nvCxnSpPr>
        <p:spPr>
          <a:xfrm flipH="1">
            <a:off x="6859982" y="2451294"/>
            <a:ext cx="3482313" cy="1115583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2FDE81F-AE12-756B-136C-4B7003C2EF16}"/>
              </a:ext>
            </a:extLst>
          </p:cNvPr>
          <p:cNvSpPr/>
          <p:nvPr/>
        </p:nvSpPr>
        <p:spPr>
          <a:xfrm>
            <a:off x="4096458" y="1773462"/>
            <a:ext cx="822252" cy="771645"/>
          </a:xfrm>
          <a:prstGeom prst="ellipse">
            <a:avLst/>
          </a:prstGeom>
          <a:solidFill>
            <a:srgbClr val="5FCAC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A010E6-98D5-FDBA-3FA9-DB130C7C142A}"/>
              </a:ext>
            </a:extLst>
          </p:cNvPr>
          <p:cNvSpPr txBox="1"/>
          <p:nvPr/>
        </p:nvSpPr>
        <p:spPr>
          <a:xfrm>
            <a:off x="4361514" y="2000727"/>
            <a:ext cx="2826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/>
              <a:t>B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6080102-F249-B910-A55F-123058A46A6D}"/>
              </a:ext>
            </a:extLst>
          </p:cNvPr>
          <p:cNvSpPr/>
          <p:nvPr/>
        </p:nvSpPr>
        <p:spPr>
          <a:xfrm>
            <a:off x="3971065" y="4990880"/>
            <a:ext cx="802962" cy="771645"/>
          </a:xfrm>
          <a:prstGeom prst="ellipse">
            <a:avLst/>
          </a:prstGeom>
          <a:solidFill>
            <a:srgbClr val="5FCAC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>
                <a:latin typeface="Avenir Next LT Pro"/>
                <a:ea typeface="Avenir Next LT Pro"/>
                <a:cs typeface="Avenir Next LT Pro"/>
              </a:rPr>
              <a:t>​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AC443D-A7B8-8D42-DEFF-01455BD55200}"/>
              </a:ext>
            </a:extLst>
          </p:cNvPr>
          <p:cNvSpPr txBox="1"/>
          <p:nvPr/>
        </p:nvSpPr>
        <p:spPr>
          <a:xfrm>
            <a:off x="4216829" y="5183765"/>
            <a:ext cx="2826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/>
              <a:t>A</a:t>
            </a:r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C11CC69-C664-5CDC-4870-B58A2AC6B67F}"/>
              </a:ext>
            </a:extLst>
          </p:cNvPr>
          <p:cNvCxnSpPr>
            <a:cxnSpLocks/>
          </p:cNvCxnSpPr>
          <p:nvPr/>
        </p:nvCxnSpPr>
        <p:spPr>
          <a:xfrm flipH="1">
            <a:off x="4670439" y="3888484"/>
            <a:ext cx="1543553" cy="1202394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33E02AF-566E-2110-6FEB-C9D0A208788C}"/>
              </a:ext>
            </a:extLst>
          </p:cNvPr>
          <p:cNvCxnSpPr>
            <a:cxnSpLocks/>
          </p:cNvCxnSpPr>
          <p:nvPr/>
        </p:nvCxnSpPr>
        <p:spPr>
          <a:xfrm>
            <a:off x="4834676" y="2316258"/>
            <a:ext cx="1427281" cy="1115584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8D7837E-45F7-BF15-6DE6-8280A4552C85}"/>
                  </a:ext>
                </a:extLst>
              </p14:cNvPr>
              <p14:cNvContentPartPr/>
              <p14:nvPr/>
            </p14:nvContentPartPr>
            <p14:xfrm>
              <a:off x="4799526" y="5222794"/>
              <a:ext cx="296332" cy="119726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8D7837E-45F7-BF15-6DE6-8280A4552C8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90535" y="5213806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1D3E051-17C1-3AD5-7DD9-713BA446FEBD}"/>
                  </a:ext>
                </a:extLst>
              </p14:cNvPr>
              <p14:cNvContentPartPr/>
              <p14:nvPr/>
            </p14:nvContentPartPr>
            <p14:xfrm>
              <a:off x="4789829" y="5352125"/>
              <a:ext cx="297727" cy="74231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1D3E051-17C1-3AD5-7DD9-713BA446FEB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80840" y="5343160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F3C2341-1ED7-9B71-B5FC-C4F9A3842121}"/>
                  </a:ext>
                </a:extLst>
              </p14:cNvPr>
              <p14:cNvContentPartPr/>
              <p14:nvPr/>
            </p14:nvContentPartPr>
            <p14:xfrm>
              <a:off x="10456821" y="2686710"/>
              <a:ext cx="50009" cy="283618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F3C2341-1ED7-9B71-B5FC-C4F9A384212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447891" y="2677723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4D0F40D-0B76-0AA3-D749-3ABA73B05E87}"/>
                  </a:ext>
                </a:extLst>
              </p14:cNvPr>
              <p14:cNvContentPartPr/>
              <p14:nvPr/>
            </p14:nvContentPartPr>
            <p14:xfrm>
              <a:off x="10207248" y="2685331"/>
              <a:ext cx="294578" cy="107217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4D0F40D-0B76-0AA3-D749-3ABA73B05E8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98267" y="2676336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4102EE9-1C96-0DB0-0E11-88B6E9461B2A}"/>
                  </a:ext>
                </a:extLst>
              </p14:cNvPr>
              <p14:cNvContentPartPr/>
              <p14:nvPr/>
            </p14:nvContentPartPr>
            <p14:xfrm>
              <a:off x="8758072" y="4249630"/>
              <a:ext cx="223403" cy="1089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4102EE9-1C96-0DB0-0E11-88B6E9461B2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49078" y="4240640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91C2D95-F641-686F-9822-57F182D38A77}"/>
                  </a:ext>
                </a:extLst>
              </p14:cNvPr>
              <p14:cNvContentPartPr/>
              <p14:nvPr/>
            </p14:nvContentPartPr>
            <p14:xfrm>
              <a:off x="8974432" y="4243538"/>
              <a:ext cx="15653" cy="223849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91C2D95-F641-686F-9822-57F182D38A7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65736" y="4234555"/>
                <a:ext cx="32697" cy="24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8B5CB86A-7965-7B21-54EE-498A86B14095}"/>
                  </a:ext>
                </a:extLst>
              </p14:cNvPr>
              <p14:cNvContentPartPr/>
              <p14:nvPr/>
            </p14:nvContentPartPr>
            <p14:xfrm>
              <a:off x="4282685" y="4683065"/>
              <a:ext cx="83251" cy="310699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8B5CB86A-7965-7B21-54EE-498A86B1409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73752" y="4674075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BF4D806-54EA-6699-6D0B-217FDFF1D27C}"/>
                  </a:ext>
                </a:extLst>
              </p14:cNvPr>
              <p14:cNvContentPartPr/>
              <p14:nvPr/>
            </p14:nvContentPartPr>
            <p14:xfrm>
              <a:off x="4366295" y="4638152"/>
              <a:ext cx="91028" cy="339722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BF4D806-54EA-6699-6D0B-217FDFF1D27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57336" y="4629155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A8A6AA3-708F-9F54-3B75-79D7D6BF2174}"/>
                  </a:ext>
                </a:extLst>
              </p14:cNvPr>
              <p14:cNvContentPartPr/>
              <p14:nvPr/>
            </p14:nvContentPartPr>
            <p14:xfrm>
              <a:off x="4919637" y="2082183"/>
              <a:ext cx="190619" cy="77015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A8A6AA3-708F-9F54-3B75-79D7D6BF217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10662" y="2073228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901AA7F-AD51-230A-8980-153DBFE20B0A}"/>
                  </a:ext>
                </a:extLst>
              </p14:cNvPr>
              <p14:cNvContentPartPr/>
              <p14:nvPr/>
            </p14:nvContentPartPr>
            <p14:xfrm>
              <a:off x="4932148" y="2173908"/>
              <a:ext cx="174477" cy="40281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901AA7F-AD51-230A-8980-153DBFE20B0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923173" y="2164917"/>
                <a:ext cx="192068" cy="579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7910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9005-BCD4-44E6-6550-FDB440C53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nnection&#10;&#10;AI-generated content may be incorrect.">
            <a:extLst>
              <a:ext uri="{FF2B5EF4-FFF2-40B4-BE49-F238E27FC236}">
                <a16:creationId xmlns:a16="http://schemas.microsoft.com/office/drawing/2014/main" id="{CD216BBC-C67C-339C-D410-07E71780B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821" y="1717815"/>
            <a:ext cx="7198610" cy="4116851"/>
          </a:xfrm>
          <a:prstGeom prst="rect">
            <a:avLst/>
          </a:prstGeom>
        </p:spPr>
      </p:pic>
      <p:pic>
        <p:nvPicPr>
          <p:cNvPr id="12" name="Picture 11" descr="A white rectangular box with black letters&#10;&#10;AI-generated content may be incorrect.">
            <a:extLst>
              <a:ext uri="{FF2B5EF4-FFF2-40B4-BE49-F238E27FC236}">
                <a16:creationId xmlns:a16="http://schemas.microsoft.com/office/drawing/2014/main" id="{737A36F5-D876-7210-C2FF-B34888792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814" y="2085915"/>
            <a:ext cx="1590675" cy="3438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6675E3-B9FE-304C-B0B7-3DC9B4D10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494B6-0A87-71E2-A4AD-672D04C4E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B6CE9-2425-338C-B0CC-0632C295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6505E-71D7-CC8C-51EC-59022D8C9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3349DA0-DD5F-69CB-721B-0FE3E4C0C93F}"/>
                  </a:ext>
                </a:extLst>
              </p14:cNvPr>
              <p14:cNvContentPartPr/>
              <p14:nvPr/>
            </p14:nvContentPartPr>
            <p14:xfrm>
              <a:off x="4303505" y="4693570"/>
              <a:ext cx="83251" cy="310699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3349DA0-DD5F-69CB-721B-0FE3E4C0C9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94572" y="4684580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DA7862A-C457-0537-220C-839D186E98A8}"/>
                  </a:ext>
                </a:extLst>
              </p14:cNvPr>
              <p14:cNvContentPartPr/>
              <p14:nvPr/>
            </p14:nvContentPartPr>
            <p14:xfrm>
              <a:off x="4387115" y="4648657"/>
              <a:ext cx="91028" cy="339722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DA7862A-C457-0537-220C-839D186E98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78156" y="4639660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D45E0F9-5245-B89D-5101-26E62A257C3F}"/>
                  </a:ext>
                </a:extLst>
              </p14:cNvPr>
              <p14:cNvContentPartPr/>
              <p14:nvPr/>
            </p14:nvContentPartPr>
            <p14:xfrm>
              <a:off x="4648324" y="5015735"/>
              <a:ext cx="274460" cy="58338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D45E0F9-5245-B89D-5101-26E62A257C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39343" y="5006787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9EB6A16-FFE7-3ED3-83E8-277D87539139}"/>
                  </a:ext>
                </a:extLst>
              </p14:cNvPr>
              <p14:cNvContentPartPr/>
              <p14:nvPr/>
            </p14:nvContentPartPr>
            <p14:xfrm>
              <a:off x="4658754" y="4828017"/>
              <a:ext cx="124574" cy="224738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9EB6A16-FFE7-3ED3-83E8-277D8753913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49779" y="4819042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A9CC4BE-76E0-3EA0-DA72-2EEE3E3125D1}"/>
                  </a:ext>
                </a:extLst>
              </p14:cNvPr>
              <p14:cNvContentPartPr/>
              <p14:nvPr/>
            </p14:nvContentPartPr>
            <p14:xfrm>
              <a:off x="4758461" y="5186312"/>
              <a:ext cx="296332" cy="119726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A9CC4BE-76E0-3EA0-DA72-2EEE3E3125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49470" y="5177324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9BDF501-E526-FEB3-13D6-C1FE6C53861C}"/>
                  </a:ext>
                </a:extLst>
              </p14:cNvPr>
              <p14:cNvContentPartPr/>
              <p14:nvPr/>
            </p14:nvContentPartPr>
            <p14:xfrm>
              <a:off x="4748764" y="5305997"/>
              <a:ext cx="297727" cy="74231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9BDF501-E526-FEB3-13D6-C1FE6C5386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39775" y="5297032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9431B56-0A80-128B-E5E3-59F9551EAD43}"/>
                  </a:ext>
                </a:extLst>
              </p14:cNvPr>
              <p14:cNvContentPartPr/>
              <p14:nvPr/>
            </p14:nvContentPartPr>
            <p14:xfrm>
              <a:off x="4861459" y="2349702"/>
              <a:ext cx="144534" cy="206416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9431B56-0A80-128B-E5E3-59F9551EAD4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52471" y="2340712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0BF64B0-B130-8091-EBB2-41533E8C397D}"/>
                  </a:ext>
                </a:extLst>
              </p14:cNvPr>
              <p14:cNvContentPartPr/>
              <p14:nvPr/>
            </p14:nvContentPartPr>
            <p14:xfrm>
              <a:off x="4892539" y="2328880"/>
              <a:ext cx="202834" cy="69841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0BF64B0-B130-8091-EBB2-41533E8C397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83548" y="2319926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D80AC65-9021-4088-30BE-36C7ECC9590B}"/>
                  </a:ext>
                </a:extLst>
              </p14:cNvPr>
              <p14:cNvContentPartPr/>
              <p14:nvPr/>
            </p14:nvContentPartPr>
            <p14:xfrm>
              <a:off x="6915412" y="3506527"/>
              <a:ext cx="238157" cy="3347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D80AC65-9021-4088-30BE-36C7ECC9590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06432" y="3497625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720DA5E-0210-03F0-A808-F0D4BBD44918}"/>
                  </a:ext>
                </a:extLst>
              </p14:cNvPr>
              <p14:cNvContentPartPr/>
              <p14:nvPr/>
            </p14:nvContentPartPr>
            <p14:xfrm>
              <a:off x="6899100" y="3361193"/>
              <a:ext cx="227123" cy="125896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720DA5E-0210-03F0-A808-F0D4BBD4491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90116" y="3352226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C55B279-0CD3-8BEF-A982-6839001DF9B2}"/>
                  </a:ext>
                </a:extLst>
              </p14:cNvPr>
              <p14:cNvContentPartPr/>
              <p14:nvPr/>
            </p14:nvContentPartPr>
            <p14:xfrm>
              <a:off x="6856183" y="3927663"/>
              <a:ext cx="230244" cy="93024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C55B279-0CD3-8BEF-A982-6839001DF9B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847203" y="3918684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8B20100-680B-50FD-556E-F0DB9EAED2A9}"/>
                  </a:ext>
                </a:extLst>
              </p14:cNvPr>
              <p14:cNvContentPartPr/>
              <p14:nvPr/>
            </p14:nvContentPartPr>
            <p14:xfrm>
              <a:off x="6832451" y="3916138"/>
              <a:ext cx="42272" cy="239738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8B20100-680B-50FD-556E-F0DB9EAED2A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23495" y="3907152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B84EAE2-0389-F08F-4413-6941D3FB0AFC}"/>
                  </a:ext>
                </a:extLst>
              </p14:cNvPr>
              <p14:cNvContentPartPr/>
              <p14:nvPr/>
            </p14:nvContentPartPr>
            <p14:xfrm>
              <a:off x="10426643" y="2664076"/>
              <a:ext cx="50009" cy="283618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B84EAE2-0389-F08F-4413-6941D3FB0AF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417713" y="2655089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1493444-CB21-9533-EDA0-2F5C4825593E}"/>
                  </a:ext>
                </a:extLst>
              </p14:cNvPr>
              <p14:cNvContentPartPr/>
              <p14:nvPr/>
            </p14:nvContentPartPr>
            <p14:xfrm>
              <a:off x="10177070" y="2662697"/>
              <a:ext cx="294578" cy="107217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1493444-CB21-9533-EDA0-2F5C4825593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168089" y="2653702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6AF1F82-79D6-20AC-2754-B3468A7F9874}"/>
                  </a:ext>
                </a:extLst>
              </p14:cNvPr>
              <p14:cNvContentPartPr/>
              <p14:nvPr/>
            </p14:nvContentPartPr>
            <p14:xfrm>
              <a:off x="8750910" y="4209806"/>
              <a:ext cx="223403" cy="1089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6AF1F82-79D6-20AC-2754-B3468A7F987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41916" y="4200816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D265E6B-9EE3-1F30-8D83-8B5129CC1045}"/>
                  </a:ext>
                </a:extLst>
              </p14:cNvPr>
              <p14:cNvContentPartPr/>
              <p14:nvPr/>
            </p14:nvContentPartPr>
            <p14:xfrm>
              <a:off x="8967270" y="4203714"/>
              <a:ext cx="15653" cy="223849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D265E6B-9EE3-1F30-8D83-8B5129CC104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58574" y="4194731"/>
                <a:ext cx="32697" cy="24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A40CAF6-2CB9-619E-5EDC-20CC9B383C39}"/>
                  </a:ext>
                </a:extLst>
              </p14:cNvPr>
              <p14:cNvContentPartPr/>
              <p14:nvPr/>
            </p14:nvContentPartPr>
            <p14:xfrm>
              <a:off x="4919637" y="2052005"/>
              <a:ext cx="190619" cy="77015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A40CAF6-2CB9-619E-5EDC-20CC9B383C3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10662" y="2043050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000E2FF-F39B-431B-3460-EA330759CB05}"/>
                  </a:ext>
                </a:extLst>
              </p14:cNvPr>
              <p14:cNvContentPartPr/>
              <p14:nvPr/>
            </p14:nvContentPartPr>
            <p14:xfrm>
              <a:off x="4932148" y="2143730"/>
              <a:ext cx="174477" cy="40281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000E2FF-F39B-431B-3460-EA330759CB0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923173" y="2134739"/>
                <a:ext cx="192068" cy="579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1374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DF1A7-2E67-FDBC-F890-5E34E72C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rectangular box with black letters&#10;&#10;AI-generated content may be incorrect.">
            <a:extLst>
              <a:ext uri="{FF2B5EF4-FFF2-40B4-BE49-F238E27FC236}">
                <a16:creationId xmlns:a16="http://schemas.microsoft.com/office/drawing/2014/main" id="{21F9571A-7513-8E6F-DC9F-70BBBCA3A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577" y="2085914"/>
            <a:ext cx="1581150" cy="3438525"/>
          </a:xfrm>
          <a:prstGeom prst="rect">
            <a:avLst/>
          </a:prstGeom>
        </p:spPr>
      </p:pic>
      <p:pic>
        <p:nvPicPr>
          <p:cNvPr id="7" name="Picture 6" descr="A diagram of a connection&#10;&#10;AI-generated content may be incorrect.">
            <a:extLst>
              <a:ext uri="{FF2B5EF4-FFF2-40B4-BE49-F238E27FC236}">
                <a16:creationId xmlns:a16="http://schemas.microsoft.com/office/drawing/2014/main" id="{E230364F-7FAE-59A6-ABC2-79A71DE2A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181" y="1713173"/>
            <a:ext cx="7188601" cy="41261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8E3D22A-7B7B-0C03-7CC5-606458CFF3E9}"/>
                  </a:ext>
                </a:extLst>
              </p14:cNvPr>
              <p14:cNvContentPartPr/>
              <p14:nvPr/>
            </p14:nvContentPartPr>
            <p14:xfrm>
              <a:off x="4758461" y="5208946"/>
              <a:ext cx="296332" cy="119726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8E3D22A-7B7B-0C03-7CC5-606458CFF3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49470" y="5199958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A93DB25-7BA5-CEB0-73D8-8F45152DAC05}"/>
                  </a:ext>
                </a:extLst>
              </p14:cNvPr>
              <p14:cNvContentPartPr/>
              <p14:nvPr/>
            </p14:nvContentPartPr>
            <p14:xfrm>
              <a:off x="4748764" y="5328631"/>
              <a:ext cx="297727" cy="74231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A93DB25-7BA5-CEB0-73D8-8F45152DAC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9775" y="5319666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9A45DE4-8D34-2098-F05F-036E9D4C533D}"/>
                  </a:ext>
                </a:extLst>
              </p14:cNvPr>
              <p14:cNvContentPartPr/>
              <p14:nvPr/>
            </p14:nvContentPartPr>
            <p14:xfrm>
              <a:off x="6856183" y="3927663"/>
              <a:ext cx="230244" cy="93024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9A45DE4-8D34-2098-F05F-036E9D4C53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47203" y="3918684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5CFC0B7-D987-E4B2-F21D-4899855DC35F}"/>
                  </a:ext>
                </a:extLst>
              </p14:cNvPr>
              <p14:cNvContentPartPr/>
              <p14:nvPr/>
            </p14:nvContentPartPr>
            <p14:xfrm>
              <a:off x="6847540" y="3923683"/>
              <a:ext cx="42272" cy="239738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5CFC0B7-D987-E4B2-F21D-4899855DC35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38584" y="3914697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2C398CA-62D7-6A4A-90A7-14B454FBF1F7}"/>
                  </a:ext>
                </a:extLst>
              </p14:cNvPr>
              <p14:cNvContentPartPr/>
              <p14:nvPr/>
            </p14:nvContentPartPr>
            <p14:xfrm>
              <a:off x="8728276" y="4209806"/>
              <a:ext cx="223403" cy="1089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2C398CA-62D7-6A4A-90A7-14B454FBF1F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19282" y="4200816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5010173-5C8E-5521-E5DD-9F1F10848A12}"/>
                  </a:ext>
                </a:extLst>
              </p14:cNvPr>
              <p14:cNvContentPartPr/>
              <p14:nvPr/>
            </p14:nvContentPartPr>
            <p14:xfrm>
              <a:off x="8944636" y="4203714"/>
              <a:ext cx="15653" cy="223849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5010173-5C8E-5521-E5DD-9F1F10848A1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35940" y="4194731"/>
                <a:ext cx="32697" cy="241455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EEE2CAA-46D4-AB78-DF1E-3F2E67ED0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A7EB-CB5A-8F36-01F5-200FBBB6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6143A-EFCB-074F-E09F-CFCA8864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FB9DF-6AB5-9B7C-CC2F-227AD51C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12</a:t>
            </a:fld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9F2EB9-0804-A6BC-17B4-9196E51D67C4}"/>
              </a:ext>
            </a:extLst>
          </p:cNvPr>
          <p:cNvCxnSpPr/>
          <p:nvPr/>
        </p:nvCxnSpPr>
        <p:spPr>
          <a:xfrm>
            <a:off x="4728576" y="5316029"/>
            <a:ext cx="2931987" cy="3527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09D094-5EAD-C33D-2000-5F044091CB3A}"/>
              </a:ext>
            </a:extLst>
          </p:cNvPr>
          <p:cNvCxnSpPr/>
          <p:nvPr/>
        </p:nvCxnSpPr>
        <p:spPr>
          <a:xfrm>
            <a:off x="6802373" y="3869195"/>
            <a:ext cx="983583" cy="1279557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1FAF24-25B1-66A9-5780-C83408A9667A}"/>
              </a:ext>
            </a:extLst>
          </p:cNvPr>
          <p:cNvCxnSpPr/>
          <p:nvPr/>
        </p:nvCxnSpPr>
        <p:spPr>
          <a:xfrm flipH="1">
            <a:off x="8229653" y="4235726"/>
            <a:ext cx="694743" cy="913026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7B8F751-91F6-1448-675A-AA29FFC37825}"/>
                  </a:ext>
                </a:extLst>
              </p14:cNvPr>
              <p14:cNvContentPartPr/>
              <p14:nvPr/>
            </p14:nvContentPartPr>
            <p14:xfrm>
              <a:off x="4648324" y="5015735"/>
              <a:ext cx="274460" cy="58338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7B8F751-91F6-1448-675A-AA29FFC3782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39343" y="5006787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677E115-26FF-DB3C-2BF7-78ABF26342AB}"/>
                  </a:ext>
                </a:extLst>
              </p14:cNvPr>
              <p14:cNvContentPartPr/>
              <p14:nvPr/>
            </p14:nvContentPartPr>
            <p14:xfrm>
              <a:off x="4658754" y="4828017"/>
              <a:ext cx="124574" cy="224738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677E115-26FF-DB3C-2BF7-78ABF26342A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649779" y="4819042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2E7E722-063C-4082-7AFC-FD9BA3BEBC9B}"/>
                  </a:ext>
                </a:extLst>
              </p14:cNvPr>
              <p14:cNvContentPartPr/>
              <p14:nvPr/>
            </p14:nvContentPartPr>
            <p14:xfrm>
              <a:off x="4861459" y="2349702"/>
              <a:ext cx="144534" cy="206416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2E7E722-063C-4082-7AFC-FD9BA3BEBC9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852471" y="2340712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BD7439F-ED1B-12B9-7DF4-F74DA1A8C066}"/>
                  </a:ext>
                </a:extLst>
              </p14:cNvPr>
              <p14:cNvContentPartPr/>
              <p14:nvPr/>
            </p14:nvContentPartPr>
            <p14:xfrm>
              <a:off x="4884994" y="2351514"/>
              <a:ext cx="202834" cy="69841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BD7439F-ED1B-12B9-7DF4-F74DA1A8C06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76003" y="2342560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8AB90F3-DA91-5447-EEF5-78DAE36D0B9A}"/>
                  </a:ext>
                </a:extLst>
              </p14:cNvPr>
              <p14:cNvContentPartPr/>
              <p14:nvPr/>
            </p14:nvContentPartPr>
            <p14:xfrm>
              <a:off x="6915412" y="3506527"/>
              <a:ext cx="238157" cy="3347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8AB90F3-DA91-5447-EEF5-78DAE36D0B9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06432" y="3497625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CEB91A5-9B66-8230-6918-DB7D80A9DDE9}"/>
                  </a:ext>
                </a:extLst>
              </p14:cNvPr>
              <p14:cNvContentPartPr/>
              <p14:nvPr/>
            </p14:nvContentPartPr>
            <p14:xfrm>
              <a:off x="6899100" y="3361193"/>
              <a:ext cx="227123" cy="125896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CEB91A5-9B66-8230-6918-DB7D80A9DDE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90116" y="3352226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558E6F7-8A60-F515-4A35-9A0FE370BB11}"/>
                  </a:ext>
                </a:extLst>
              </p14:cNvPr>
              <p14:cNvContentPartPr/>
              <p14:nvPr/>
            </p14:nvContentPartPr>
            <p14:xfrm>
              <a:off x="10426643" y="2664076"/>
              <a:ext cx="50009" cy="283618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558E6F7-8A60-F515-4A35-9A0FE370BB1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417713" y="2655089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122FC2C-4B6E-79A6-2EFB-34D7B35DD7B5}"/>
                  </a:ext>
                </a:extLst>
              </p14:cNvPr>
              <p14:cNvContentPartPr/>
              <p14:nvPr/>
            </p14:nvContentPartPr>
            <p14:xfrm>
              <a:off x="10177070" y="2662697"/>
              <a:ext cx="294578" cy="107217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122FC2C-4B6E-79A6-2EFB-34D7B35DD7B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168089" y="2653702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09891E3-091E-C688-FFF2-C63F13072818}"/>
                  </a:ext>
                </a:extLst>
              </p14:cNvPr>
              <p14:cNvContentPartPr/>
              <p14:nvPr/>
            </p14:nvContentPartPr>
            <p14:xfrm>
              <a:off x="4296820" y="4693570"/>
              <a:ext cx="83251" cy="310699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09891E3-091E-C688-FFF2-C63F1307281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87887" y="4684580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121702C-3EE3-9D5F-D3A3-3E32146CBF4D}"/>
                  </a:ext>
                </a:extLst>
              </p14:cNvPr>
              <p14:cNvContentPartPr/>
              <p14:nvPr/>
            </p14:nvContentPartPr>
            <p14:xfrm>
              <a:off x="4380430" y="4648657"/>
              <a:ext cx="91028" cy="339722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121702C-3EE3-9D5F-D3A3-3E32146CBF4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71471" y="4639660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7832332-B3A1-AC96-4F75-BB33CE69A71E}"/>
                  </a:ext>
                </a:extLst>
              </p14:cNvPr>
              <p14:cNvContentPartPr/>
              <p14:nvPr/>
            </p14:nvContentPartPr>
            <p14:xfrm>
              <a:off x="4919637" y="2074639"/>
              <a:ext cx="190619" cy="77015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7832332-B3A1-AC96-4F75-BB33CE69A71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10662" y="2065684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A71A03E-582B-4BC7-F68C-AA07A5C4B343}"/>
                  </a:ext>
                </a:extLst>
              </p14:cNvPr>
              <p14:cNvContentPartPr/>
              <p14:nvPr/>
            </p14:nvContentPartPr>
            <p14:xfrm>
              <a:off x="4932148" y="2166364"/>
              <a:ext cx="174477" cy="40281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A71A03E-582B-4BC7-F68C-AA07A5C4B34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923173" y="2157373"/>
                <a:ext cx="192068" cy="579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8166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5BFF-1C55-DF08-4C64-BC330276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rectangular box with black letters&#10;&#10;AI-generated content may be incorrect.">
            <a:extLst>
              <a:ext uri="{FF2B5EF4-FFF2-40B4-BE49-F238E27FC236}">
                <a16:creationId xmlns:a16="http://schemas.microsoft.com/office/drawing/2014/main" id="{9B454071-6B04-9DC8-6084-08FF2617F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577" y="2056978"/>
            <a:ext cx="1581150" cy="3438525"/>
          </a:xfrm>
          <a:prstGeom prst="rect">
            <a:avLst/>
          </a:prstGeom>
        </p:spPr>
      </p:pic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5D901C57-87F7-8F99-DE3F-AC9A3D644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062" y="1717815"/>
            <a:ext cx="7198128" cy="4116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880692-5DF4-EC16-51AF-ACC1926C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2C062-5798-FBD4-9A61-49A2FC66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F6562-6675-B9C7-8368-15CC433A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EA1A-7888-299C-B56F-0C5AF3838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08534EF-1D8B-592B-D0C3-4CB58FF6AA13}"/>
                  </a:ext>
                </a:extLst>
              </p14:cNvPr>
              <p14:cNvContentPartPr/>
              <p14:nvPr/>
            </p14:nvContentPartPr>
            <p14:xfrm>
              <a:off x="4334543" y="4708659"/>
              <a:ext cx="83251" cy="310699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08534EF-1D8B-592B-D0C3-4CB58FF6AA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25610" y="4699669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242C0C1-E121-8A1E-DE7D-7A26545C4182}"/>
                  </a:ext>
                </a:extLst>
              </p14:cNvPr>
              <p14:cNvContentPartPr/>
              <p14:nvPr/>
            </p14:nvContentPartPr>
            <p14:xfrm>
              <a:off x="4418153" y="4663746"/>
              <a:ext cx="91028" cy="339722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242C0C1-E121-8A1E-DE7D-7A26545C418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09194" y="4654749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1AA7DCF-3EC5-A472-731B-3F6B1DF3D1DE}"/>
                  </a:ext>
                </a:extLst>
              </p14:cNvPr>
              <p14:cNvContentPartPr/>
              <p14:nvPr/>
            </p14:nvContentPartPr>
            <p14:xfrm>
              <a:off x="4686047" y="5023280"/>
              <a:ext cx="274460" cy="58338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1AA7DCF-3EC5-A472-731B-3F6B1DF3D1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77066" y="5014332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F9C177A-BD32-FC82-6927-C6F458D2C3F8}"/>
                  </a:ext>
                </a:extLst>
              </p14:cNvPr>
              <p14:cNvContentPartPr/>
              <p14:nvPr/>
            </p14:nvContentPartPr>
            <p14:xfrm>
              <a:off x="4688933" y="4850651"/>
              <a:ext cx="124574" cy="224738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F9C177A-BD32-FC82-6927-C6F458D2C3F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79958" y="4841676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211456C-C129-5DA4-D7EC-A7F9D9B1E09C}"/>
                  </a:ext>
                </a:extLst>
              </p14:cNvPr>
              <p14:cNvContentPartPr/>
              <p14:nvPr/>
            </p14:nvContentPartPr>
            <p14:xfrm>
              <a:off x="4818817" y="5216490"/>
              <a:ext cx="296332" cy="119726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211456C-C129-5DA4-D7EC-A7F9D9B1E09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09826" y="5207502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78F8C7F-3CEB-7D89-F43E-5BFC47F9A2B6}"/>
                  </a:ext>
                </a:extLst>
              </p14:cNvPr>
              <p14:cNvContentPartPr/>
              <p14:nvPr/>
            </p14:nvContentPartPr>
            <p14:xfrm>
              <a:off x="4809120" y="5336175"/>
              <a:ext cx="297727" cy="74231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78F8C7F-3CEB-7D89-F43E-5BFC47F9A2B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00131" y="5327210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69657CD-680A-B09E-4513-7028B9EF2810}"/>
                  </a:ext>
                </a:extLst>
              </p14:cNvPr>
              <p14:cNvContentPartPr/>
              <p14:nvPr/>
            </p14:nvContentPartPr>
            <p14:xfrm>
              <a:off x="4899182" y="2327068"/>
              <a:ext cx="144534" cy="206416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69657CD-680A-B09E-4513-7028B9EF281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90194" y="2318078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60D0A3D-B4B1-0911-427D-7E9F91DDF891}"/>
                  </a:ext>
                </a:extLst>
              </p14:cNvPr>
              <p14:cNvContentPartPr/>
              <p14:nvPr/>
            </p14:nvContentPartPr>
            <p14:xfrm>
              <a:off x="4915173" y="2321335"/>
              <a:ext cx="202834" cy="69841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60D0A3D-B4B1-0911-427D-7E9F91DDF89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06182" y="2312381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249DC7D-A263-8826-C2C7-1DD5B39B3812}"/>
                  </a:ext>
                </a:extLst>
              </p14:cNvPr>
              <p14:cNvContentPartPr/>
              <p14:nvPr/>
            </p14:nvContentPartPr>
            <p14:xfrm>
              <a:off x="6915412" y="3483893"/>
              <a:ext cx="238157" cy="3347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249DC7D-A263-8826-C2C7-1DD5B39B381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06432" y="3474991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DDDA937-E2D7-E02D-999D-520A3C97EBFD}"/>
                  </a:ext>
                </a:extLst>
              </p14:cNvPr>
              <p14:cNvContentPartPr/>
              <p14:nvPr/>
            </p14:nvContentPartPr>
            <p14:xfrm>
              <a:off x="6921734" y="3353648"/>
              <a:ext cx="227123" cy="125896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DDDA937-E2D7-E02D-999D-520A3C97EBF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12750" y="3344681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E69EEFD-7CF6-7228-3ED9-4A40F1D555E1}"/>
                  </a:ext>
                </a:extLst>
              </p14:cNvPr>
              <p14:cNvContentPartPr/>
              <p14:nvPr/>
            </p14:nvContentPartPr>
            <p14:xfrm>
              <a:off x="6856183" y="3927663"/>
              <a:ext cx="230244" cy="93024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E69EEFD-7CF6-7228-3ED9-4A40F1D555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847203" y="3918684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0ABF88A-D369-6141-6263-E4BF7A4015A0}"/>
                  </a:ext>
                </a:extLst>
              </p14:cNvPr>
              <p14:cNvContentPartPr/>
              <p14:nvPr/>
            </p14:nvContentPartPr>
            <p14:xfrm>
              <a:off x="6847540" y="3931227"/>
              <a:ext cx="42272" cy="239738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0ABF88A-D369-6141-6263-E4BF7A4015A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38584" y="3922241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CBC3F4D-93B4-E385-E616-A9059893691C}"/>
                  </a:ext>
                </a:extLst>
              </p14:cNvPr>
              <p14:cNvContentPartPr/>
              <p14:nvPr/>
            </p14:nvContentPartPr>
            <p14:xfrm>
              <a:off x="10426643" y="2664076"/>
              <a:ext cx="50009" cy="283618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CBC3F4D-93B4-E385-E616-A9059893691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417713" y="2655089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D5A86B3-03E1-3004-C0DB-FFE4A98D26EE}"/>
                  </a:ext>
                </a:extLst>
              </p14:cNvPr>
              <p14:cNvContentPartPr/>
              <p14:nvPr/>
            </p14:nvContentPartPr>
            <p14:xfrm>
              <a:off x="10177070" y="2662697"/>
              <a:ext cx="294578" cy="107217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D5A86B3-03E1-3004-C0DB-FFE4A98D26E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168089" y="2653702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86A38AD-8B4C-0199-C3C6-3BAC76A04AE9}"/>
                  </a:ext>
                </a:extLst>
              </p14:cNvPr>
              <p14:cNvContentPartPr/>
              <p14:nvPr/>
            </p14:nvContentPartPr>
            <p14:xfrm>
              <a:off x="8765999" y="4209806"/>
              <a:ext cx="223403" cy="1089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86A38AD-8B4C-0199-C3C6-3BAC76A04AE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57005" y="4200816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8D0A62B-E95B-8DD0-80EE-0D58224A7E4E}"/>
                  </a:ext>
                </a:extLst>
              </p14:cNvPr>
              <p14:cNvContentPartPr/>
              <p14:nvPr/>
            </p14:nvContentPartPr>
            <p14:xfrm>
              <a:off x="8982359" y="4203714"/>
              <a:ext cx="15653" cy="223849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8D0A62B-E95B-8DD0-80EE-0D58224A7E4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73663" y="4194731"/>
                <a:ext cx="32697" cy="24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5863D90-02CF-6337-7A8C-AF566B6FF2BA}"/>
                  </a:ext>
                </a:extLst>
              </p14:cNvPr>
              <p14:cNvContentPartPr/>
              <p14:nvPr/>
            </p14:nvContentPartPr>
            <p14:xfrm>
              <a:off x="4957360" y="2052005"/>
              <a:ext cx="190619" cy="77015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5863D90-02CF-6337-7A8C-AF566B6FF2B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48385" y="2043050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65E99AB-3D3F-4981-EE3A-36BE9977855D}"/>
                  </a:ext>
                </a:extLst>
              </p14:cNvPr>
              <p14:cNvContentPartPr/>
              <p14:nvPr/>
            </p14:nvContentPartPr>
            <p14:xfrm>
              <a:off x="4969871" y="2143730"/>
              <a:ext cx="174477" cy="40281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65E99AB-3D3F-4981-EE3A-36BE9977855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960896" y="2134739"/>
                <a:ext cx="192068" cy="579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3807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45705-F391-79CD-2031-01C8060B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rectangular box with black letters&#10;&#10;AI-generated content may be incorrect.">
            <a:extLst>
              <a:ext uri="{FF2B5EF4-FFF2-40B4-BE49-F238E27FC236}">
                <a16:creationId xmlns:a16="http://schemas.microsoft.com/office/drawing/2014/main" id="{E3288A96-63D7-B800-4CA2-4BBF84EC8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577" y="2076268"/>
            <a:ext cx="1581150" cy="3438525"/>
          </a:xfrm>
          <a:prstGeom prst="rect">
            <a:avLst/>
          </a:prstGeom>
        </p:spPr>
      </p:pic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9A3F3259-6103-D334-2BD0-B4ABE62ED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815" y="1708651"/>
            <a:ext cx="7150141" cy="412553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1C5D8F7-CEDC-4E4E-E18B-3D0FCABD8214}"/>
                  </a:ext>
                </a:extLst>
              </p14:cNvPr>
              <p14:cNvContentPartPr/>
              <p14:nvPr/>
            </p14:nvContentPartPr>
            <p14:xfrm>
              <a:off x="5002627" y="2089728"/>
              <a:ext cx="190619" cy="77015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1C5D8F7-CEDC-4E4E-E18B-3D0FCABD82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3652" y="2080773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005C3D2-B15C-21EE-1175-0D6C3C170203}"/>
                  </a:ext>
                </a:extLst>
              </p14:cNvPr>
              <p14:cNvContentPartPr/>
              <p14:nvPr/>
            </p14:nvContentPartPr>
            <p14:xfrm>
              <a:off x="5015138" y="2181453"/>
              <a:ext cx="174477" cy="40281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005C3D2-B15C-21EE-1175-0D6C3C17020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06163" y="2172462"/>
                <a:ext cx="192068" cy="57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6C7D768-32FF-97CA-E146-23CCFE384CB4}"/>
                  </a:ext>
                </a:extLst>
              </p14:cNvPr>
              <p14:cNvContentPartPr/>
              <p14:nvPr/>
            </p14:nvContentPartPr>
            <p14:xfrm>
              <a:off x="6998402" y="3498982"/>
              <a:ext cx="238157" cy="3347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6C7D768-32FF-97CA-E146-23CCFE384CB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89422" y="3490080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895B69E-79DE-1758-7719-3D3458AEAEC2}"/>
                  </a:ext>
                </a:extLst>
              </p14:cNvPr>
              <p14:cNvContentPartPr/>
              <p14:nvPr/>
            </p14:nvContentPartPr>
            <p14:xfrm>
              <a:off x="6982090" y="3353648"/>
              <a:ext cx="227123" cy="125896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895B69E-79DE-1758-7719-3D3458AEAEC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73106" y="3344681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5FC2DFA-4C6D-E3DB-C63A-4946DDF70EDB}"/>
                  </a:ext>
                </a:extLst>
              </p14:cNvPr>
              <p14:cNvContentPartPr/>
              <p14:nvPr/>
            </p14:nvContentPartPr>
            <p14:xfrm>
              <a:off x="10464366" y="2671621"/>
              <a:ext cx="50009" cy="283618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5FC2DFA-4C6D-E3DB-C63A-4946DDF70E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55436" y="2662634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6481836-F6A0-44C6-6048-C2E1AF61048B}"/>
                  </a:ext>
                </a:extLst>
              </p14:cNvPr>
              <p14:cNvContentPartPr/>
              <p14:nvPr/>
            </p14:nvContentPartPr>
            <p14:xfrm>
              <a:off x="10214793" y="2670242"/>
              <a:ext cx="294578" cy="107217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6481836-F6A0-44C6-6048-C2E1AF61048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205812" y="2661247"/>
                <a:ext cx="312181" cy="12484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8BC3AA4-380D-EED0-5544-B7FFA22A1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A7E38-DEB1-FC31-D0B4-E520E3D6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9ED13-9C54-A13E-3EB3-D8D08960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CB1DF-EC32-C979-84C0-A6A5DC470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14</a:t>
            </a:fld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507E45-7687-7AEE-DD45-EF1F922D4B0B}"/>
              </a:ext>
            </a:extLst>
          </p:cNvPr>
          <p:cNvCxnSpPr/>
          <p:nvPr/>
        </p:nvCxnSpPr>
        <p:spPr>
          <a:xfrm flipH="1">
            <a:off x="9522159" y="2682790"/>
            <a:ext cx="964820" cy="1019125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0E23BD5-9C40-E8E6-42B2-E800E289BED3}"/>
              </a:ext>
            </a:extLst>
          </p:cNvPr>
          <p:cNvSpPr/>
          <p:nvPr/>
        </p:nvSpPr>
        <p:spPr>
          <a:xfrm>
            <a:off x="4192914" y="1783108"/>
            <a:ext cx="822252" cy="771645"/>
          </a:xfrm>
          <a:prstGeom prst="ellipse">
            <a:avLst/>
          </a:prstGeom>
          <a:solidFill>
            <a:srgbClr val="5FCAC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9B9271-10DD-FEE7-41AC-F31046EE55F7}"/>
              </a:ext>
            </a:extLst>
          </p:cNvPr>
          <p:cNvSpPr txBox="1"/>
          <p:nvPr/>
        </p:nvSpPr>
        <p:spPr>
          <a:xfrm>
            <a:off x="4457970" y="2010373"/>
            <a:ext cx="2826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/>
              <a:t>B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A882BF-C31E-FEF4-1861-BDE35D7A55B6}"/>
              </a:ext>
            </a:extLst>
          </p:cNvPr>
          <p:cNvSpPr/>
          <p:nvPr/>
        </p:nvSpPr>
        <p:spPr>
          <a:xfrm>
            <a:off x="6208838" y="3278171"/>
            <a:ext cx="822252" cy="771645"/>
          </a:xfrm>
          <a:prstGeom prst="ellipse">
            <a:avLst/>
          </a:prstGeom>
          <a:solidFill>
            <a:srgbClr val="5FCAC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2E23A2-04C7-3EAA-6653-892221F74071}"/>
              </a:ext>
            </a:extLst>
          </p:cNvPr>
          <p:cNvSpPr txBox="1"/>
          <p:nvPr/>
        </p:nvSpPr>
        <p:spPr>
          <a:xfrm>
            <a:off x="6435311" y="3495790"/>
            <a:ext cx="2826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/>
              <a:t>C</a:t>
            </a:r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6E21C11-0108-EB1F-6AB5-B73680FCB5E0}"/>
              </a:ext>
            </a:extLst>
          </p:cNvPr>
          <p:cNvCxnSpPr>
            <a:cxnSpLocks/>
          </p:cNvCxnSpPr>
          <p:nvPr/>
        </p:nvCxnSpPr>
        <p:spPr>
          <a:xfrm flipH="1">
            <a:off x="6985374" y="2489877"/>
            <a:ext cx="3376212" cy="990188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1E5AF2-A0DF-BD4A-E37B-45078CD29433}"/>
              </a:ext>
            </a:extLst>
          </p:cNvPr>
          <p:cNvCxnSpPr>
            <a:cxnSpLocks/>
          </p:cNvCxnSpPr>
          <p:nvPr/>
        </p:nvCxnSpPr>
        <p:spPr>
          <a:xfrm flipH="1" flipV="1">
            <a:off x="5008033" y="2158625"/>
            <a:ext cx="5372845" cy="176924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357DF9C-4D83-F1D8-6D4C-5C22355BC725}"/>
                  </a:ext>
                </a:extLst>
              </p14:cNvPr>
              <p14:cNvContentPartPr/>
              <p14:nvPr/>
            </p14:nvContentPartPr>
            <p14:xfrm>
              <a:off x="4388214" y="4691469"/>
              <a:ext cx="83251" cy="310699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357DF9C-4D83-F1D8-6D4C-5C22355BC72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79281" y="4682479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BD0C36A-DFD9-9E02-C495-B17DD17FB951}"/>
                  </a:ext>
                </a:extLst>
              </p14:cNvPr>
              <p14:cNvContentPartPr/>
              <p14:nvPr/>
            </p14:nvContentPartPr>
            <p14:xfrm>
              <a:off x="4471824" y="4646556"/>
              <a:ext cx="91028" cy="339722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BD0C36A-DFD9-9E02-C495-B17DD17FB95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62865" y="4637559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F1C29EF-FD42-9D4B-E980-781F75C32E32}"/>
                  </a:ext>
                </a:extLst>
              </p14:cNvPr>
              <p14:cNvContentPartPr/>
              <p14:nvPr/>
            </p14:nvContentPartPr>
            <p14:xfrm>
              <a:off x="4731314" y="5000646"/>
              <a:ext cx="274460" cy="58338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F1C29EF-FD42-9D4B-E980-781F75C32E3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22333" y="4991698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72ABD90-0918-CBE1-2355-6487A4C1F08A}"/>
                  </a:ext>
                </a:extLst>
              </p14:cNvPr>
              <p14:cNvContentPartPr/>
              <p14:nvPr/>
            </p14:nvContentPartPr>
            <p14:xfrm>
              <a:off x="4726655" y="4828017"/>
              <a:ext cx="124574" cy="224738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72ABD90-0918-CBE1-2355-6487A4C1F08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17680" y="4819042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08270AA-9EAE-A055-3A80-B7636B5D7FB5}"/>
                  </a:ext>
                </a:extLst>
              </p14:cNvPr>
              <p14:cNvContentPartPr/>
              <p14:nvPr/>
            </p14:nvContentPartPr>
            <p14:xfrm>
              <a:off x="4848996" y="5193857"/>
              <a:ext cx="296332" cy="119726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08270AA-9EAE-A055-3A80-B7636B5D7FB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40005" y="5184869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118B27A-FDA9-A233-A00D-6B621580E08B}"/>
                  </a:ext>
                </a:extLst>
              </p14:cNvPr>
              <p14:cNvContentPartPr/>
              <p14:nvPr/>
            </p14:nvContentPartPr>
            <p14:xfrm>
              <a:off x="4839299" y="5313542"/>
              <a:ext cx="297727" cy="74231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118B27A-FDA9-A233-A00D-6B621580E08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30310" y="5304577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2B9CA24-C9B0-5F46-E9B0-047443286377}"/>
                  </a:ext>
                </a:extLst>
              </p14:cNvPr>
              <p14:cNvContentPartPr/>
              <p14:nvPr/>
            </p14:nvContentPartPr>
            <p14:xfrm>
              <a:off x="4936905" y="2357247"/>
              <a:ext cx="144534" cy="206416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2B9CA24-C9B0-5F46-E9B0-04744328637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27917" y="2348257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9DA914F-7451-ABAF-B719-79983A3296C1}"/>
                  </a:ext>
                </a:extLst>
              </p14:cNvPr>
              <p14:cNvContentPartPr/>
              <p14:nvPr/>
            </p14:nvContentPartPr>
            <p14:xfrm>
              <a:off x="4945351" y="2351514"/>
              <a:ext cx="202834" cy="69841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9DA914F-7451-ABAF-B719-79983A3296C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36360" y="2342560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63CB704-4354-E5E1-18FA-BB6CA9CD248B}"/>
                  </a:ext>
                </a:extLst>
              </p14:cNvPr>
              <p14:cNvContentPartPr/>
              <p14:nvPr/>
            </p14:nvContentPartPr>
            <p14:xfrm>
              <a:off x="6924084" y="3935208"/>
              <a:ext cx="230244" cy="93024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63CB704-4354-E5E1-18FA-BB6CA9CD248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915104" y="3926229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07C6289-E67E-CE5B-BD14-A54A21FEE7F0}"/>
                  </a:ext>
                </a:extLst>
              </p14:cNvPr>
              <p14:cNvContentPartPr/>
              <p14:nvPr/>
            </p14:nvContentPartPr>
            <p14:xfrm>
              <a:off x="6900352" y="3923683"/>
              <a:ext cx="42272" cy="239738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07C6289-E67E-CE5B-BD14-A54A21FEE7F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91396" y="3914697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EC640B2-0E55-6421-72A8-601C0ACC1D4C}"/>
                  </a:ext>
                </a:extLst>
              </p14:cNvPr>
              <p14:cNvContentPartPr/>
              <p14:nvPr/>
            </p14:nvContentPartPr>
            <p14:xfrm>
              <a:off x="8796177" y="4209806"/>
              <a:ext cx="223403" cy="1089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EC640B2-0E55-6421-72A8-601C0ACC1D4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787183" y="4200816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32FCB9F-2397-7554-F422-DFC59CAC16EB}"/>
                  </a:ext>
                </a:extLst>
              </p14:cNvPr>
              <p14:cNvContentPartPr/>
              <p14:nvPr/>
            </p14:nvContentPartPr>
            <p14:xfrm>
              <a:off x="9012537" y="4203714"/>
              <a:ext cx="15653" cy="223849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32FCB9F-2397-7554-F422-DFC59CAC16E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003841" y="4194731"/>
                <a:ext cx="32697" cy="24145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6018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56AB4-734A-B0EC-7DE1-B54F0FFF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rectangular box with black letters&#10;&#10;AI-generated content may be incorrect.">
            <a:extLst>
              <a:ext uri="{FF2B5EF4-FFF2-40B4-BE49-F238E27FC236}">
                <a16:creationId xmlns:a16="http://schemas.microsoft.com/office/drawing/2014/main" id="{819F2E80-BD6E-E2AC-EFC7-0AE585442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577" y="2076268"/>
            <a:ext cx="1581150" cy="3438525"/>
          </a:xfrm>
          <a:prstGeom prst="rect">
            <a:avLst/>
          </a:prstGeom>
        </p:spPr>
      </p:pic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8107A09B-14F5-108F-21BE-CDB5458F7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815" y="1708651"/>
            <a:ext cx="7150141" cy="41255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6F0435-5421-E239-B39D-84C9CB1AB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41790-D9A7-E9F3-E431-AC30FFD1C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827B3-93F3-D1BF-57E9-5702E97C4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3F1DA-1E12-8C08-F5A5-7B120803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7343F34-F538-DE57-7229-BE03187E5D57}"/>
                  </a:ext>
                </a:extLst>
              </p14:cNvPr>
              <p14:cNvContentPartPr/>
              <p14:nvPr/>
            </p14:nvContentPartPr>
            <p14:xfrm>
              <a:off x="4394518" y="4650022"/>
              <a:ext cx="83251" cy="310699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7343F34-F538-DE57-7229-BE03187E5D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85585" y="4641032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800162D-A30C-62AE-914E-6BEBC013E3CC}"/>
                  </a:ext>
                </a:extLst>
              </p14:cNvPr>
              <p14:cNvContentPartPr/>
              <p14:nvPr/>
            </p14:nvContentPartPr>
            <p14:xfrm>
              <a:off x="4470583" y="4605109"/>
              <a:ext cx="91028" cy="339722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800162D-A30C-62AE-914E-6BEBC013E3C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61624" y="4596112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914B089-BA69-6C76-77B0-E0B3A26F13B5}"/>
                  </a:ext>
                </a:extLst>
              </p14:cNvPr>
              <p14:cNvContentPartPr/>
              <p14:nvPr/>
            </p14:nvContentPartPr>
            <p14:xfrm>
              <a:off x="4731314" y="5015735"/>
              <a:ext cx="274460" cy="58338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914B089-BA69-6C76-77B0-E0B3A26F13B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22333" y="5006787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23C9A23-62EF-16B9-3E3B-9F79BCDE28F7}"/>
                  </a:ext>
                </a:extLst>
              </p14:cNvPr>
              <p14:cNvContentPartPr/>
              <p14:nvPr/>
            </p14:nvContentPartPr>
            <p14:xfrm>
              <a:off x="4741744" y="4828017"/>
              <a:ext cx="124574" cy="224738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23C9A23-62EF-16B9-3E3B-9F79BCDE28F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32769" y="4819042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B93B072-A0B6-5848-3FCD-F531F6D2B11B}"/>
                  </a:ext>
                </a:extLst>
              </p14:cNvPr>
              <p14:cNvContentPartPr/>
              <p14:nvPr/>
            </p14:nvContentPartPr>
            <p14:xfrm>
              <a:off x="4864085" y="5201401"/>
              <a:ext cx="296332" cy="119726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B93B072-A0B6-5848-3FCD-F531F6D2B11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55094" y="5192413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5DF5942-E504-FCAB-9452-E4AD32174C6F}"/>
                  </a:ext>
                </a:extLst>
              </p14:cNvPr>
              <p14:cNvContentPartPr/>
              <p14:nvPr/>
            </p14:nvContentPartPr>
            <p14:xfrm>
              <a:off x="4854388" y="5321086"/>
              <a:ext cx="297727" cy="74231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5DF5942-E504-FCAB-9452-E4AD32174C6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45399" y="5312121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CC87BEA-D57C-79E3-FAC8-61A93E37CE97}"/>
                  </a:ext>
                </a:extLst>
              </p14:cNvPr>
              <p14:cNvContentPartPr/>
              <p14:nvPr/>
            </p14:nvContentPartPr>
            <p14:xfrm>
              <a:off x="4921816" y="2349702"/>
              <a:ext cx="144534" cy="206416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CC87BEA-D57C-79E3-FAC8-61A93E37CE9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12828" y="2340712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8A33AAB-50DE-0A54-AE82-518F4879B7BD}"/>
                  </a:ext>
                </a:extLst>
              </p14:cNvPr>
              <p14:cNvContentPartPr/>
              <p14:nvPr/>
            </p14:nvContentPartPr>
            <p14:xfrm>
              <a:off x="4930262" y="2343969"/>
              <a:ext cx="202834" cy="69841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8A33AAB-50DE-0A54-AE82-518F4879B7B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21271" y="2335015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E0ED49A-BB5A-469F-B244-AD7187EEDA30}"/>
                  </a:ext>
                </a:extLst>
              </p14:cNvPr>
              <p14:cNvContentPartPr/>
              <p14:nvPr/>
            </p14:nvContentPartPr>
            <p14:xfrm>
              <a:off x="6975768" y="3514072"/>
              <a:ext cx="238157" cy="3347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E0ED49A-BB5A-469F-B244-AD7187EEDA3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66788" y="3505170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05E8BEF-D6B2-150B-E026-6D7B49359E9F}"/>
                  </a:ext>
                </a:extLst>
              </p14:cNvPr>
              <p14:cNvContentPartPr/>
              <p14:nvPr/>
            </p14:nvContentPartPr>
            <p14:xfrm>
              <a:off x="6959456" y="3368738"/>
              <a:ext cx="227123" cy="125896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05E8BEF-D6B2-150B-E026-6D7B49359E9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50472" y="3359771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C805D30-E692-ED9C-F48B-AAD6A2144D81}"/>
                  </a:ext>
                </a:extLst>
              </p14:cNvPr>
              <p14:cNvContentPartPr/>
              <p14:nvPr/>
            </p14:nvContentPartPr>
            <p14:xfrm>
              <a:off x="6916539" y="3920118"/>
              <a:ext cx="230244" cy="93024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C805D30-E692-ED9C-F48B-AAD6A2144D8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07559" y="3911139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12FA780-9136-6471-97CE-B330E456C762}"/>
                  </a:ext>
                </a:extLst>
              </p14:cNvPr>
              <p14:cNvContentPartPr/>
              <p14:nvPr/>
            </p14:nvContentPartPr>
            <p14:xfrm>
              <a:off x="6892807" y="3908593"/>
              <a:ext cx="42272" cy="239738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12FA780-9136-6471-97CE-B330E456C76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83851" y="3899607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CBED79F-2547-92F7-2A3A-200BF6AF6A61}"/>
                  </a:ext>
                </a:extLst>
              </p14:cNvPr>
              <p14:cNvContentPartPr/>
              <p14:nvPr/>
            </p14:nvContentPartPr>
            <p14:xfrm>
              <a:off x="10471910" y="2679165"/>
              <a:ext cx="50009" cy="283618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CBED79F-2547-92F7-2A3A-200BF6AF6A6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462980" y="2670178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9DB8822-17CC-4C78-5B37-49F5F511C377}"/>
                  </a:ext>
                </a:extLst>
              </p14:cNvPr>
              <p14:cNvContentPartPr/>
              <p14:nvPr/>
            </p14:nvContentPartPr>
            <p14:xfrm>
              <a:off x="10222337" y="2677786"/>
              <a:ext cx="294578" cy="107217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9DB8822-17CC-4C78-5B37-49F5F511C37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13356" y="2668791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0BE470A-AD54-7ED7-736B-1C54242A3A80}"/>
                  </a:ext>
                </a:extLst>
              </p14:cNvPr>
              <p14:cNvContentPartPr/>
              <p14:nvPr/>
            </p14:nvContentPartPr>
            <p14:xfrm>
              <a:off x="8788633" y="4217351"/>
              <a:ext cx="223403" cy="1089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0BE470A-AD54-7ED7-736B-1C54242A3A8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79639" y="4208361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B1D648A-0325-1871-CE2E-4B911DCB941E}"/>
                  </a:ext>
                </a:extLst>
              </p14:cNvPr>
              <p14:cNvContentPartPr/>
              <p14:nvPr/>
            </p14:nvContentPartPr>
            <p14:xfrm>
              <a:off x="9004993" y="4211259"/>
              <a:ext cx="15653" cy="223849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B1D648A-0325-1871-CE2E-4B911DCB941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96297" y="4202276"/>
                <a:ext cx="32697" cy="24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3550A97-5F51-DC07-73AB-5F798B8801BE}"/>
                  </a:ext>
                </a:extLst>
              </p14:cNvPr>
              <p14:cNvContentPartPr/>
              <p14:nvPr/>
            </p14:nvContentPartPr>
            <p14:xfrm>
              <a:off x="5002627" y="2089728"/>
              <a:ext cx="190619" cy="77015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3550A97-5F51-DC07-73AB-5F798B8801B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93652" y="2080773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767800C-9BDB-71E4-BB66-2875835A4B03}"/>
                  </a:ext>
                </a:extLst>
              </p14:cNvPr>
              <p14:cNvContentPartPr/>
              <p14:nvPr/>
            </p14:nvContentPartPr>
            <p14:xfrm>
              <a:off x="5015138" y="2181453"/>
              <a:ext cx="174477" cy="40281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767800C-9BDB-71E4-BB66-2875835A4B0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06163" y="2172462"/>
                <a:ext cx="192068" cy="579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0709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1B6EE-F319-DBD2-B4DA-42D3A4D1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network&#10;&#10;AI-generated content may be incorrect.">
            <a:extLst>
              <a:ext uri="{FF2B5EF4-FFF2-40B4-BE49-F238E27FC236}">
                <a16:creationId xmlns:a16="http://schemas.microsoft.com/office/drawing/2014/main" id="{47E62390-8225-ED98-615F-DD21D6FFC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549" y="1704432"/>
            <a:ext cx="7152673" cy="41339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DA3092C-E6D5-12CA-A6AF-1881D130390A}"/>
                  </a:ext>
                </a:extLst>
              </p14:cNvPr>
              <p14:cNvContentPartPr/>
              <p14:nvPr/>
            </p14:nvContentPartPr>
            <p14:xfrm>
              <a:off x="10486999" y="2694254"/>
              <a:ext cx="50009" cy="283618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DA3092C-E6D5-12CA-A6AF-1881D13039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78069" y="2685267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E1E0A51-6B0E-AB0D-A865-FBBC2631E828}"/>
                  </a:ext>
                </a:extLst>
              </p14:cNvPr>
              <p14:cNvContentPartPr/>
              <p14:nvPr/>
            </p14:nvContentPartPr>
            <p14:xfrm>
              <a:off x="10237426" y="2692875"/>
              <a:ext cx="294578" cy="107217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E1E0A51-6B0E-AB0D-A865-FBBC2631E8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28445" y="2683880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8E49CD0-C3AE-DC40-0C2B-D0BA7C0CC964}"/>
                  </a:ext>
                </a:extLst>
              </p14:cNvPr>
              <p14:cNvContentPartPr/>
              <p14:nvPr/>
            </p14:nvContentPartPr>
            <p14:xfrm>
              <a:off x="8773544" y="4217351"/>
              <a:ext cx="223403" cy="1089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8E49CD0-C3AE-DC40-0C2B-D0BA7C0CC96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64550" y="4208361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271076A-0481-55CF-49E6-823D6173E753}"/>
                  </a:ext>
                </a:extLst>
              </p14:cNvPr>
              <p14:cNvContentPartPr/>
              <p14:nvPr/>
            </p14:nvContentPartPr>
            <p14:xfrm>
              <a:off x="8989904" y="4211259"/>
              <a:ext cx="15653" cy="223849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271076A-0481-55CF-49E6-823D6173E75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81208" y="4202276"/>
                <a:ext cx="32697" cy="241455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 descr="A white rectangular box with black letters&#10;&#10;AI-generated content may be incorrect.">
            <a:extLst>
              <a:ext uri="{FF2B5EF4-FFF2-40B4-BE49-F238E27FC236}">
                <a16:creationId xmlns:a16="http://schemas.microsoft.com/office/drawing/2014/main" id="{73730FE0-C20C-FF9E-C3E2-D70424F913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3577" y="2076268"/>
            <a:ext cx="1581150" cy="3438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7EE2F9-3B72-3107-5CB7-84C7E8D9A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ED5A2-EE0C-B50B-906D-368F8E7E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CAFC0-F179-E31B-25A7-4E6C3261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7A1A6-1FF5-FEFC-9130-1C1C2DD2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16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932256-1905-5C3B-5C73-3D1E49CA0609}"/>
              </a:ext>
            </a:extLst>
          </p:cNvPr>
          <p:cNvSpPr/>
          <p:nvPr/>
        </p:nvSpPr>
        <p:spPr>
          <a:xfrm>
            <a:off x="8793852" y="3490373"/>
            <a:ext cx="831897" cy="819872"/>
          </a:xfrm>
          <a:prstGeom prst="ellipse">
            <a:avLst/>
          </a:prstGeom>
          <a:solidFill>
            <a:srgbClr val="FFFE9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BA1D13-69B5-563B-1299-2CC21CE8DF39}"/>
              </a:ext>
            </a:extLst>
          </p:cNvPr>
          <p:cNvCxnSpPr/>
          <p:nvPr/>
        </p:nvCxnSpPr>
        <p:spPr>
          <a:xfrm flipV="1">
            <a:off x="8316727" y="4242068"/>
            <a:ext cx="665281" cy="938923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E33A00-9A7F-BCE9-586C-DC1E94319743}"/>
              </a:ext>
            </a:extLst>
          </p:cNvPr>
          <p:cNvSpPr txBox="1"/>
          <p:nvPr/>
        </p:nvSpPr>
        <p:spPr>
          <a:xfrm>
            <a:off x="9039616" y="3717639"/>
            <a:ext cx="2826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/>
              <a:t>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0134A22-905A-7724-89DF-A6E5E3BDC5E5}"/>
              </a:ext>
            </a:extLst>
          </p:cNvPr>
          <p:cNvCxnSpPr>
            <a:cxnSpLocks/>
          </p:cNvCxnSpPr>
          <p:nvPr/>
        </p:nvCxnSpPr>
        <p:spPr>
          <a:xfrm flipV="1">
            <a:off x="9503132" y="2679486"/>
            <a:ext cx="1012520" cy="98715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51D5FC3-D700-1954-9CE0-AEA4F1B8740B}"/>
                  </a:ext>
                </a:extLst>
              </p14:cNvPr>
              <p14:cNvContentPartPr/>
              <p14:nvPr/>
            </p14:nvContentPartPr>
            <p14:xfrm>
              <a:off x="4349250" y="4725468"/>
              <a:ext cx="83251" cy="310699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51D5FC3-D700-1954-9CE0-AEA4F1B8740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40317" y="4716478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0FA3E55-A608-9721-5698-1FA457913BFE}"/>
                  </a:ext>
                </a:extLst>
              </p14:cNvPr>
              <p14:cNvContentPartPr/>
              <p14:nvPr/>
            </p14:nvContentPartPr>
            <p14:xfrm>
              <a:off x="4425315" y="4680555"/>
              <a:ext cx="91028" cy="339722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0FA3E55-A608-9721-5698-1FA457913B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16356" y="4671558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8A63E43-841F-9CDA-F225-F65AFCBC63D5}"/>
                  </a:ext>
                </a:extLst>
              </p14:cNvPr>
              <p14:cNvContentPartPr/>
              <p14:nvPr/>
            </p14:nvContentPartPr>
            <p14:xfrm>
              <a:off x="4678502" y="5045913"/>
              <a:ext cx="274460" cy="58338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8A63E43-841F-9CDA-F225-F65AFCBC63D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69521" y="5036965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010A951-D713-A22F-D907-68AF2155D1FF}"/>
                  </a:ext>
                </a:extLst>
              </p14:cNvPr>
              <p14:cNvContentPartPr/>
              <p14:nvPr/>
            </p14:nvContentPartPr>
            <p14:xfrm>
              <a:off x="4688932" y="4858195"/>
              <a:ext cx="124574" cy="224738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010A951-D713-A22F-D907-68AF2155D1F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679957" y="4849220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669DF9E-6802-7C92-7B71-82DB99C7179B}"/>
                  </a:ext>
                </a:extLst>
              </p14:cNvPr>
              <p14:cNvContentPartPr/>
              <p14:nvPr/>
            </p14:nvContentPartPr>
            <p14:xfrm>
              <a:off x="4803728" y="5231579"/>
              <a:ext cx="296332" cy="119726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669DF9E-6802-7C92-7B71-82DB99C7179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94737" y="5222591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94B4763-F593-2DFF-D2A5-AA26D2D9B430}"/>
                  </a:ext>
                </a:extLst>
              </p14:cNvPr>
              <p14:cNvContentPartPr/>
              <p14:nvPr/>
            </p14:nvContentPartPr>
            <p14:xfrm>
              <a:off x="4794031" y="5351264"/>
              <a:ext cx="297727" cy="74231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94B4763-F593-2DFF-D2A5-AA26D2D9B43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85042" y="5342299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62756CC-E885-D2D0-2A91-432241D05BE6}"/>
                  </a:ext>
                </a:extLst>
              </p14:cNvPr>
              <p14:cNvContentPartPr/>
              <p14:nvPr/>
            </p14:nvContentPartPr>
            <p14:xfrm>
              <a:off x="4906727" y="2349702"/>
              <a:ext cx="144534" cy="206416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62756CC-E885-D2D0-2A91-432241D05BE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97739" y="2340712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F48BD4E-82D3-20C7-2083-1E781BF2132E}"/>
                  </a:ext>
                </a:extLst>
              </p14:cNvPr>
              <p14:cNvContentPartPr/>
              <p14:nvPr/>
            </p14:nvContentPartPr>
            <p14:xfrm>
              <a:off x="4915173" y="2343969"/>
              <a:ext cx="202834" cy="69841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F48BD4E-82D3-20C7-2083-1E781BF2132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06182" y="2335015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EB81B8F-690E-3155-6E26-D9037623241A}"/>
                  </a:ext>
                </a:extLst>
              </p14:cNvPr>
              <p14:cNvContentPartPr/>
              <p14:nvPr/>
            </p14:nvContentPartPr>
            <p14:xfrm>
              <a:off x="6938046" y="3521616"/>
              <a:ext cx="238157" cy="3347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EB81B8F-690E-3155-6E26-D9037623241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29066" y="3512714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70FB632-6274-203F-496E-68BAEE259DD4}"/>
                  </a:ext>
                </a:extLst>
              </p14:cNvPr>
              <p14:cNvContentPartPr/>
              <p14:nvPr/>
            </p14:nvContentPartPr>
            <p14:xfrm>
              <a:off x="6936823" y="3376282"/>
              <a:ext cx="227123" cy="125896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70FB632-6274-203F-496E-68BAEE259DD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27839" y="3367315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70954BB-F92E-117A-D9CB-6C5C9B2EFCE3}"/>
                  </a:ext>
                </a:extLst>
              </p14:cNvPr>
              <p14:cNvContentPartPr/>
              <p14:nvPr/>
            </p14:nvContentPartPr>
            <p14:xfrm>
              <a:off x="6901450" y="3957841"/>
              <a:ext cx="230244" cy="93024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70954BB-F92E-117A-D9CB-6C5C9B2EFCE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892470" y="3948862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C5D5C79-0F3B-5E3B-17AB-E9EF3A98F465}"/>
                  </a:ext>
                </a:extLst>
              </p14:cNvPr>
              <p14:cNvContentPartPr/>
              <p14:nvPr/>
            </p14:nvContentPartPr>
            <p14:xfrm>
              <a:off x="6877718" y="3946316"/>
              <a:ext cx="42272" cy="239738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C5D5C79-0F3B-5E3B-17AB-E9EF3A98F46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68762" y="3937330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21DF902-17F0-551C-5362-957542D13D6F}"/>
                  </a:ext>
                </a:extLst>
              </p14:cNvPr>
              <p14:cNvContentPartPr/>
              <p14:nvPr/>
            </p14:nvContentPartPr>
            <p14:xfrm>
              <a:off x="4964904" y="2074639"/>
              <a:ext cx="190619" cy="77015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21DF902-17F0-551C-5362-957542D13D6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55929" y="2065684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AA6EC8A-3D48-98CA-59F3-FE4848402508}"/>
                  </a:ext>
                </a:extLst>
              </p14:cNvPr>
              <p14:cNvContentPartPr/>
              <p14:nvPr/>
            </p14:nvContentPartPr>
            <p14:xfrm>
              <a:off x="4977415" y="2158819"/>
              <a:ext cx="174477" cy="40281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AA6EC8A-3D48-98CA-59F3-FE484840250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968440" y="2149828"/>
                <a:ext cx="192068" cy="579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7961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CE9EF-B5A5-174D-E9C0-623FE2BD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9C9A01BC-BF40-7978-DEAB-FE441161D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768" y="1717935"/>
            <a:ext cx="7149298" cy="4213064"/>
          </a:xfrm>
          <a:prstGeom prst="rect">
            <a:avLst/>
          </a:prstGeom>
        </p:spPr>
      </p:pic>
      <p:pic>
        <p:nvPicPr>
          <p:cNvPr id="9" name="Picture 8" descr="A white rectangular box with black letters&#10;&#10;AI-generated content may be incorrect.">
            <a:extLst>
              <a:ext uri="{FF2B5EF4-FFF2-40B4-BE49-F238E27FC236}">
                <a16:creationId xmlns:a16="http://schemas.microsoft.com/office/drawing/2014/main" id="{74553CC7-EB29-68C8-75F5-98C0DA900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77" y="2076268"/>
            <a:ext cx="1581150" cy="3438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2C8D9D-0CDA-99ED-1B9E-9BB86AD4D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C7CB8-1D9B-2D21-5C68-D4CCF628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D4A7F-2834-5C7E-678D-2F60A8BF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109BF-176B-9CC6-B368-E724AEE8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6E2BB9C-8E84-54C0-9ABF-CB8C29B71C7A}"/>
                  </a:ext>
                </a:extLst>
              </p14:cNvPr>
              <p14:cNvContentPartPr/>
              <p14:nvPr/>
            </p14:nvContentPartPr>
            <p14:xfrm>
              <a:off x="4424696" y="4785824"/>
              <a:ext cx="83251" cy="310699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6E2BB9C-8E84-54C0-9ABF-CB8C29B71C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5763" y="4776834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592E14A-47FF-250B-BCEB-60D64DE64CD8}"/>
                  </a:ext>
                </a:extLst>
              </p14:cNvPr>
              <p14:cNvContentPartPr/>
              <p14:nvPr/>
            </p14:nvContentPartPr>
            <p14:xfrm>
              <a:off x="4500761" y="4740911"/>
              <a:ext cx="91028" cy="339722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592E14A-47FF-250B-BCEB-60D64DE64C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91802" y="4731914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9C03637-1019-15B9-2CFF-041523B7EBF0}"/>
                  </a:ext>
                </a:extLst>
              </p14:cNvPr>
              <p14:cNvContentPartPr/>
              <p14:nvPr/>
            </p14:nvContentPartPr>
            <p14:xfrm>
              <a:off x="4753948" y="5128903"/>
              <a:ext cx="274460" cy="58338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9C03637-1019-15B9-2CFF-041523B7EB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44967" y="5119955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67FBEBE-2127-1D95-2AD6-752FBDBBAC9D}"/>
                  </a:ext>
                </a:extLst>
              </p14:cNvPr>
              <p14:cNvContentPartPr/>
              <p14:nvPr/>
            </p14:nvContentPartPr>
            <p14:xfrm>
              <a:off x="4764378" y="4941185"/>
              <a:ext cx="124574" cy="224738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67FBEBE-2127-1D95-2AD6-752FBDBBAC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55403" y="4932210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6B15461-1C39-A977-EECF-FE9F4C13D387}"/>
                  </a:ext>
                </a:extLst>
              </p14:cNvPr>
              <p14:cNvContentPartPr/>
              <p14:nvPr/>
            </p14:nvContentPartPr>
            <p14:xfrm>
              <a:off x="4879174" y="5307025"/>
              <a:ext cx="296332" cy="119726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6B15461-1C39-A977-EECF-FE9F4C13D3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70183" y="5298037"/>
                <a:ext cx="313954" cy="137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589FE49-3357-FAC4-9F5F-06FF58D7D5AA}"/>
                  </a:ext>
                </a:extLst>
              </p14:cNvPr>
              <p14:cNvContentPartPr/>
              <p14:nvPr/>
            </p14:nvContentPartPr>
            <p14:xfrm>
              <a:off x="4869477" y="5426710"/>
              <a:ext cx="297727" cy="74231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589FE49-3357-FAC4-9F5F-06FF58D7D5A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60488" y="5417745"/>
                <a:ext cx="315346" cy="91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B067B7A-285E-8623-9DB2-BBB4FB6BBC2B}"/>
                  </a:ext>
                </a:extLst>
              </p14:cNvPr>
              <p14:cNvContentPartPr/>
              <p14:nvPr/>
            </p14:nvContentPartPr>
            <p14:xfrm>
              <a:off x="4959538" y="2379880"/>
              <a:ext cx="144534" cy="206416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B067B7A-285E-8623-9DB2-BBB4FB6BBC2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50550" y="2370890"/>
                <a:ext cx="162151" cy="22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94A4316-5954-A4DC-B00E-FEE0BB2F9380}"/>
                  </a:ext>
                </a:extLst>
              </p14:cNvPr>
              <p14:cNvContentPartPr/>
              <p14:nvPr/>
            </p14:nvContentPartPr>
            <p14:xfrm>
              <a:off x="4967984" y="2366603"/>
              <a:ext cx="202834" cy="69841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94A4316-5954-A4DC-B00E-FEE0BB2F938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58993" y="2357649"/>
                <a:ext cx="220456" cy="87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7001416-F5B3-ECCA-49AC-4A397E2A3121}"/>
                  </a:ext>
                </a:extLst>
              </p14:cNvPr>
              <p14:cNvContentPartPr/>
              <p14:nvPr/>
            </p14:nvContentPartPr>
            <p14:xfrm>
              <a:off x="6960679" y="3574428"/>
              <a:ext cx="238157" cy="3347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7001416-F5B3-ECCA-49AC-4A397E2A312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51699" y="3565526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4221621-2D3E-85F8-E72D-FE017C1EAD60}"/>
                  </a:ext>
                </a:extLst>
              </p14:cNvPr>
              <p14:cNvContentPartPr/>
              <p14:nvPr/>
            </p14:nvContentPartPr>
            <p14:xfrm>
              <a:off x="6951912" y="3436639"/>
              <a:ext cx="227123" cy="125896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4221621-2D3E-85F8-E72D-FE017C1EAD6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42928" y="3427672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4B0114B-CB0D-0A37-0A3E-018603ADD5DD}"/>
                  </a:ext>
                </a:extLst>
              </p14:cNvPr>
              <p14:cNvContentPartPr/>
              <p14:nvPr/>
            </p14:nvContentPartPr>
            <p14:xfrm>
              <a:off x="6908995" y="3972930"/>
              <a:ext cx="230244" cy="93024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4B0114B-CB0D-0A37-0A3E-018603ADD5D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00015" y="3963951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35502CF-CF48-0366-63FE-5B61A45F0820}"/>
                  </a:ext>
                </a:extLst>
              </p14:cNvPr>
              <p14:cNvContentPartPr/>
              <p14:nvPr/>
            </p14:nvContentPartPr>
            <p14:xfrm>
              <a:off x="6900352" y="3968950"/>
              <a:ext cx="42272" cy="239738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35502CF-CF48-0366-63FE-5B61A45F082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91396" y="3959964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E7BB464-7F73-5271-1663-A97217192744}"/>
                  </a:ext>
                </a:extLst>
              </p14:cNvPr>
              <p14:cNvContentPartPr/>
              <p14:nvPr/>
            </p14:nvContentPartPr>
            <p14:xfrm>
              <a:off x="10449277" y="2701799"/>
              <a:ext cx="50009" cy="283618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E7BB464-7F73-5271-1663-A9721719274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440347" y="2692812"/>
                <a:ext cx="67512" cy="301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6A64614-F351-E1C7-7C52-B87E3BD6BB8B}"/>
                  </a:ext>
                </a:extLst>
              </p14:cNvPr>
              <p14:cNvContentPartPr/>
              <p14:nvPr/>
            </p14:nvContentPartPr>
            <p14:xfrm>
              <a:off x="10199704" y="2700420"/>
              <a:ext cx="294578" cy="107217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6A64614-F351-E1C7-7C52-B87E3BD6BB8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190723" y="2691425"/>
                <a:ext cx="312181" cy="124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BD022BF-F10A-5E37-8DB7-69EA9AEA7806}"/>
                  </a:ext>
                </a:extLst>
              </p14:cNvPr>
              <p14:cNvContentPartPr/>
              <p14:nvPr/>
            </p14:nvContentPartPr>
            <p14:xfrm>
              <a:off x="8788633" y="4285252"/>
              <a:ext cx="223403" cy="1089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BD022BF-F10A-5E37-8DB7-69EA9AEA780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79639" y="4276262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3CC3BAA-9E1C-A8A9-1241-17620AD1FDA6}"/>
                  </a:ext>
                </a:extLst>
              </p14:cNvPr>
              <p14:cNvContentPartPr/>
              <p14:nvPr/>
            </p14:nvContentPartPr>
            <p14:xfrm>
              <a:off x="9004993" y="4279160"/>
              <a:ext cx="15653" cy="223849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3CC3BAA-9E1C-A8A9-1241-17620AD1FDA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996297" y="4270177"/>
                <a:ext cx="32697" cy="24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86951A3-1FB5-DD18-351D-7B181555BF64}"/>
                  </a:ext>
                </a:extLst>
              </p14:cNvPr>
              <p14:cNvContentPartPr/>
              <p14:nvPr/>
            </p14:nvContentPartPr>
            <p14:xfrm>
              <a:off x="5032806" y="2097273"/>
              <a:ext cx="190619" cy="77015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86951A3-1FB5-DD18-351D-7B181555BF6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23831" y="2088318"/>
                <a:ext cx="208209" cy="94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6C3379E-FC74-B457-B0F9-1FAE664C093E}"/>
                  </a:ext>
                </a:extLst>
              </p14:cNvPr>
              <p14:cNvContentPartPr/>
              <p14:nvPr/>
            </p14:nvContentPartPr>
            <p14:xfrm>
              <a:off x="5037772" y="2181453"/>
              <a:ext cx="174477" cy="40281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6C3379E-FC74-B457-B0F9-1FAE664C093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28797" y="2172462"/>
                <a:ext cx="192068" cy="579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7324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C9F6C-EB95-BE4A-A55E-A574B952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A54EF788-6A92-02B5-5696-4922578B3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357" y="1794739"/>
            <a:ext cx="7237313" cy="4126977"/>
          </a:xfrm>
          <a:prstGeom prst="rect">
            <a:avLst/>
          </a:prstGeom>
        </p:spPr>
      </p:pic>
      <p:pic>
        <p:nvPicPr>
          <p:cNvPr id="9" name="Picture 8" descr="A white rectangular box with black letters&#10;&#10;AI-generated content may be incorrect.">
            <a:extLst>
              <a:ext uri="{FF2B5EF4-FFF2-40B4-BE49-F238E27FC236}">
                <a16:creationId xmlns:a16="http://schemas.microsoft.com/office/drawing/2014/main" id="{175B708F-B9D3-F1C4-C254-BBC45CDE0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77" y="2076268"/>
            <a:ext cx="1581150" cy="3438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7691D7-F409-C1A6-C6EE-7F4368541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3CFED-509E-ABFE-07E5-5C099123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3BC94-EA5D-4371-A2B2-F299B0662B6E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7280F-C259-1593-6AD0-7930D663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6EE9C-1659-DE31-8A85-ED50EFDF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94342C2-B92B-17F0-C7FB-41EE14CD2157}"/>
                  </a:ext>
                </a:extLst>
              </p14:cNvPr>
              <p14:cNvContentPartPr/>
              <p14:nvPr/>
            </p14:nvContentPartPr>
            <p14:xfrm>
              <a:off x="4289658" y="4785824"/>
              <a:ext cx="83251" cy="310699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94342C2-B92B-17F0-C7FB-41EE14CD21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80725" y="4776834"/>
                <a:ext cx="100759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2816767-A6D7-4193-99A6-843E5F1CD400}"/>
                  </a:ext>
                </a:extLst>
              </p14:cNvPr>
              <p14:cNvContentPartPr/>
              <p14:nvPr/>
            </p14:nvContentPartPr>
            <p14:xfrm>
              <a:off x="4365723" y="4740911"/>
              <a:ext cx="91028" cy="339722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2816767-A6D7-4193-99A6-843E5F1CD4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56764" y="4731914"/>
                <a:ext cx="108589" cy="357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8FA37D2-F10C-1CED-DB24-32A482ADC95D}"/>
                  </a:ext>
                </a:extLst>
              </p14:cNvPr>
              <p14:cNvContentPartPr/>
              <p14:nvPr/>
            </p14:nvContentPartPr>
            <p14:xfrm>
              <a:off x="4609265" y="5119257"/>
              <a:ext cx="274460" cy="58338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8FA37D2-F10C-1CED-DB24-32A482ADC95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00284" y="5110309"/>
                <a:ext cx="292063" cy="75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650ADBD-4055-D9C0-967E-852075DA3FE6}"/>
                  </a:ext>
                </a:extLst>
              </p14:cNvPr>
              <p14:cNvContentPartPr/>
              <p14:nvPr/>
            </p14:nvContentPartPr>
            <p14:xfrm>
              <a:off x="4610048" y="4950831"/>
              <a:ext cx="124574" cy="224738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650ADBD-4055-D9C0-967E-852075DA3F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01073" y="4941856"/>
                <a:ext cx="142165" cy="242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C3A0120-D891-459D-BC59-103F03DAC463}"/>
                  </a:ext>
                </a:extLst>
              </p14:cNvPr>
              <p14:cNvContentPartPr/>
              <p14:nvPr/>
            </p14:nvContentPartPr>
            <p14:xfrm>
              <a:off x="6912451" y="3564783"/>
              <a:ext cx="238157" cy="3347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C3A0120-D891-459D-BC59-103F03DAC46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03471" y="3555881"/>
                <a:ext cx="255758" cy="5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D593F03-EA0C-2BD3-9F09-3FD6BD00447A}"/>
                  </a:ext>
                </a:extLst>
              </p14:cNvPr>
              <p14:cNvContentPartPr/>
              <p14:nvPr/>
            </p14:nvContentPartPr>
            <p14:xfrm>
              <a:off x="6903684" y="3426994"/>
              <a:ext cx="227123" cy="125896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D593F03-EA0C-2BD3-9F09-3FD6BD00447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94700" y="3418027"/>
                <a:ext cx="244732" cy="143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44FF1F0-AB05-D07C-B6E1-2FFC47E3E9AC}"/>
                  </a:ext>
                </a:extLst>
              </p14:cNvPr>
              <p14:cNvContentPartPr/>
              <p14:nvPr/>
            </p14:nvContentPartPr>
            <p14:xfrm>
              <a:off x="6812539" y="3982576"/>
              <a:ext cx="230244" cy="93024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44FF1F0-AB05-D07C-B6E1-2FFC47E3E9A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03559" y="3973597"/>
                <a:ext cx="247845" cy="1106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CE1EF98-06DF-A080-5CA4-E771203C29FF}"/>
                  </a:ext>
                </a:extLst>
              </p14:cNvPr>
              <p14:cNvContentPartPr/>
              <p14:nvPr/>
            </p14:nvContentPartPr>
            <p14:xfrm>
              <a:off x="6813542" y="3988242"/>
              <a:ext cx="42272" cy="239738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CE1EF98-06DF-A080-5CA4-E771203C29F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4586" y="3979256"/>
                <a:ext cx="59826" cy="2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0F28DE37-0B0C-D58E-A0F6-7203EDCE5DC7}"/>
                  </a:ext>
                </a:extLst>
              </p14:cNvPr>
              <p14:cNvContentPartPr/>
              <p14:nvPr/>
            </p14:nvContentPartPr>
            <p14:xfrm>
              <a:off x="8759696" y="4285252"/>
              <a:ext cx="223403" cy="1089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0F28DE37-0B0C-D58E-A0F6-7203EDCE5DC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50702" y="4276262"/>
                <a:ext cx="241031" cy="126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2830922-A84B-C201-3D98-5BD33353F0C4}"/>
                  </a:ext>
                </a:extLst>
              </p14:cNvPr>
              <p14:cNvContentPartPr/>
              <p14:nvPr/>
            </p14:nvContentPartPr>
            <p14:xfrm>
              <a:off x="8976056" y="4279160"/>
              <a:ext cx="15653" cy="223849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2830922-A84B-C201-3D98-5BD33353F0C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967360" y="4270177"/>
                <a:ext cx="32697" cy="24145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4230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31CA-9750-7F18-445C-D2FD9AEA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complexities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A65A8-2E7D-7BF5-73B1-BE5CADAC2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Our version of Dijkstra's algorithm utilized an adjacency list for the graph. This gives us a space complexity of O(V+E). Our example has 6 vertices and 9 edges, giving a space complexity of O(15).</a:t>
            </a:r>
          </a:p>
          <a:p>
            <a:r>
              <a:rPr lang="en-US"/>
              <a:t>This is much better than if we used an incidence or adjacency matrix instead, as then the space complexity would be O(54) or O(36) respectively.</a:t>
            </a:r>
          </a:p>
          <a:p>
            <a:r>
              <a:rPr lang="en-US"/>
              <a:t>We implemented Dijkstra's algorithm with a priority queue, so the time complexity is </a:t>
            </a:r>
            <a:r>
              <a:rPr lang="en-US">
                <a:ea typeface="+mj-lt"/>
                <a:cs typeface="+mj-lt"/>
              </a:rPr>
              <a:t>O((V + E) log V) . For our example graph, this is 39 operations.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0D2A8-1CB0-1628-B44E-847C1FBE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898E-FCE9-4C95-98B9-D48F4E6F4678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35B9C-B98F-E1F6-90FE-19F9879C6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75EA9-2E8E-2115-B9C8-B4D8BE62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97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8CDB-D815-5A6A-DCBB-61A75436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03E6A-5C44-7D8B-0B6B-14DC58483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Mapping services (Google Maps, Waze, etc.)</a:t>
            </a:r>
          </a:p>
          <a:p>
            <a:r>
              <a:rPr lang="en-US"/>
              <a:t>IP routing</a:t>
            </a:r>
          </a:p>
          <a:p>
            <a:r>
              <a:rPr lang="en-US"/>
              <a:t>Social networking</a:t>
            </a:r>
          </a:p>
          <a:p>
            <a:r>
              <a:rPr lang="en-US"/>
              <a:t>A path finding algorithm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90FCF-1F79-E628-82C1-281D65E5C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31A70-06A0-4511-A664-FDCC56C5B594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C68F7-D701-D314-415C-6909D9B2C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04E9D-201A-5A61-F70C-070E31DD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91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7A3F-ED10-FBA7-BF2C-A96B53320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C484D-6ACA-CEA5-20A0-005DBDA29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 the project, our design correctly implements Dijkstra's algorithm—it successfully computes the shortest distance from a starting vertex to all other vertices in a graph.</a:t>
            </a:r>
          </a:p>
          <a:p>
            <a:r>
              <a:rPr lang="en-US"/>
              <a:t>It can achieve this with a run time of O((V + E) log V).</a:t>
            </a:r>
          </a:p>
          <a:p>
            <a:r>
              <a:rPr lang="en-US"/>
              <a:t>We may be able to achieve a potentially faster run time by utilizing a Fibonacci heap, which has a time complexity of O(E + V log V).</a:t>
            </a:r>
          </a:p>
          <a:p>
            <a:r>
              <a:rPr lang="en-US"/>
              <a:t>However, for a smaller project like this, it is better to use a binary heap as it is much simpler to design.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A8B5D-78A9-5304-F81B-7BE09E04B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FB85E-A9A0-4914-9D40-7C129865761C}" type="datetime1"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CDA58-885C-F3D5-6AAD-3EBDCD04E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360DD-391A-E8E0-F84B-DD8B41137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99321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BeachVTI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VeniceBeac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54706E44-6516-4822-8F8F-6BA182D64AC9}" vid="{F71BAAD1-41E5-4D56-97E1-12A04B86E5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VeniceBeachVTI</vt:lpstr>
      <vt:lpstr>Dijkstra's Algorithm Project COP4530 </vt:lpstr>
      <vt:lpstr>Background</vt:lpstr>
      <vt:lpstr>How it works</vt:lpstr>
      <vt:lpstr>Basic 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complexities</vt:lpstr>
      <vt:lpstr>Use cases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2025-11-23T21:42:23Z</dcterms:created>
  <dcterms:modified xsi:type="dcterms:W3CDTF">2025-11-24T04:39:36Z</dcterms:modified>
</cp:coreProperties>
</file>